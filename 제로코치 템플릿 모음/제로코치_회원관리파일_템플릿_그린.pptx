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1013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창영 박" userId="ddc4f5f91ba7329a" providerId="LiveId" clId="{5C4B7D4A-121D-4D61-B630-BF7F8212C731}"/>
    <pc:docChg chg="undo custSel modSld">
      <pc:chgData name="창영 박" userId="ddc4f5f91ba7329a" providerId="LiveId" clId="{5C4B7D4A-121D-4D61-B630-BF7F8212C731}" dt="2026-04-07T16:38:16.608" v="65" actId="20577"/>
      <pc:docMkLst>
        <pc:docMk/>
      </pc:docMkLst>
      <pc:sldChg chg="modSp mod">
        <pc:chgData name="창영 박" userId="ddc4f5f91ba7329a" providerId="LiveId" clId="{5C4B7D4A-121D-4D61-B630-BF7F8212C731}" dt="2026-04-07T16:38:16.608" v="65" actId="20577"/>
        <pc:sldMkLst>
          <pc:docMk/>
          <pc:sldMk cId="0" sldId="262"/>
        </pc:sldMkLst>
        <pc:spChg chg="mod">
          <ac:chgData name="창영 박" userId="ddc4f5f91ba7329a" providerId="LiveId" clId="{5C4B7D4A-121D-4D61-B630-BF7F8212C731}" dt="2026-04-07T16:37:53.514" v="10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창영 박" userId="ddc4f5f91ba7329a" providerId="LiveId" clId="{5C4B7D4A-121D-4D61-B630-BF7F8212C731}" dt="2026-04-07T16:38:04.948" v="60" actId="20577"/>
          <ac:spMkLst>
            <pc:docMk/>
            <pc:sldMk cId="0" sldId="262"/>
            <ac:spMk id="5" creationId="{00000000-0000-0000-0000-000000000000}"/>
          </ac:spMkLst>
        </pc:spChg>
        <pc:spChg chg="mod">
          <ac:chgData name="창영 박" userId="ddc4f5f91ba7329a" providerId="LiveId" clId="{5C4B7D4A-121D-4D61-B630-BF7F8212C731}" dt="2026-04-07T16:38:16.608" v="65" actId="20577"/>
          <ac:spMkLst>
            <pc:docMk/>
            <pc:sldMk cId="0" sldId="262"/>
            <ac:spMk id="8" creationId="{00000000-0000-0000-0000-000000000000}"/>
          </ac:spMkLst>
        </pc:spChg>
        <pc:spChg chg="mod">
          <ac:chgData name="창영 박" userId="ddc4f5f91ba7329a" providerId="LiveId" clId="{5C4B7D4A-121D-4D61-B630-BF7F8212C731}" dt="2026-03-19T09:21:45.091" v="3" actId="20577"/>
          <ac:spMkLst>
            <pc:docMk/>
            <pc:sldMk cId="0" sldId="262"/>
            <ac:spMk id="37" creationId="{00000000-0000-0000-0000-000000000000}"/>
          </ac:spMkLst>
        </pc:spChg>
        <pc:graphicFrameChg chg="mod">
          <ac:chgData name="창영 박" userId="ddc4f5f91ba7329a" providerId="LiveId" clId="{5C4B7D4A-121D-4D61-B630-BF7F8212C731}" dt="2026-03-19T09:21:46.060" v="4"/>
          <ac:graphicFrameMkLst>
            <pc:docMk/>
            <pc:sldMk cId="0" sldId="262"/>
            <ac:graphicFrameMk id="98" creationId="{00000000-0000-0000-0000-000000000000}"/>
          </ac:graphicFrameMkLst>
        </pc:graphicFrameChg>
      </pc:sldChg>
      <pc:sldChg chg="mod">
        <pc:chgData name="창영 박" userId="ddc4f5f91ba7329a" providerId="LiveId" clId="{5C4B7D4A-121D-4D61-B630-BF7F8212C731}" dt="2026-03-19T09:22:39.992" v="8" actId="27918"/>
        <pc:sldMkLst>
          <pc:docMk/>
          <pc:sldMk cId="0" sldId="263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체중 변화 (kg)</c:v>
                </c:pt>
              </c:strCache>
            </c:strRef>
          </c:tx>
          <c:spPr>
            <a:ln w="31750" cap="flat">
              <a:solidFill>
                <a:srgbClr val="2ECC9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CC9A"/>
              </a:solidFill>
              <a:ln w="9525" cap="flat">
                <a:solidFill>
                  <a:srgbClr val="2ECC9A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5/1</c:v>
                </c:pt>
                <c:pt idx="1">
                  <c:v>6/1</c:v>
                </c:pt>
                <c:pt idx="2">
                  <c:v>7/1</c:v>
                </c:pt>
                <c:pt idx="3">
                  <c:v>8/1</c:v>
                </c:pt>
                <c:pt idx="4">
                  <c:v>9/1</c:v>
                </c:pt>
                <c:pt idx="5">
                  <c:v>10/1</c:v>
                </c:pt>
                <c:pt idx="6">
                  <c:v>11/1</c:v>
                </c:pt>
                <c:pt idx="7">
                  <c:v>12/1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70</c:v>
                </c:pt>
                <c:pt idx="1">
                  <c:v>68</c:v>
                </c:pt>
                <c:pt idx="2">
                  <c:v>66</c:v>
                </c:pt>
                <c:pt idx="3">
                  <c:v>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FF2-4BC0-B221-065202A0F1E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DBC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DBC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AFFF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골격근량 변화 (kg)</c:v>
                </c:pt>
              </c:strCache>
            </c:strRef>
          </c:tx>
          <c:spPr>
            <a:ln w="31750" cap="flat">
              <a:solidFill>
                <a:srgbClr val="17A37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7A37A"/>
              </a:solidFill>
              <a:ln w="9525" cap="flat">
                <a:solidFill>
                  <a:srgbClr val="17A37A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5/1</c:v>
                </c:pt>
                <c:pt idx="1">
                  <c:v>6/1</c:v>
                </c:pt>
                <c:pt idx="2">
                  <c:v>7/1</c:v>
                </c:pt>
                <c:pt idx="3">
                  <c:v>8/1</c:v>
                </c:pt>
                <c:pt idx="4">
                  <c:v>9/1</c:v>
                </c:pt>
                <c:pt idx="5">
                  <c:v>10/1</c:v>
                </c:pt>
                <c:pt idx="6">
                  <c:v>11/1</c:v>
                </c:pt>
                <c:pt idx="7">
                  <c:v>12/1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</c:v>
                </c:pt>
                <c:pt idx="1">
                  <c:v>22.5</c:v>
                </c:pt>
                <c:pt idx="2">
                  <c:v>23</c:v>
                </c:pt>
                <c:pt idx="3">
                  <c:v>23.2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91A-4670-87D5-5EF7BECA9C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DBC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DBC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AFFF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체중 변화 (kg)</c:v>
                </c:pt>
              </c:strCache>
            </c:strRef>
          </c:tx>
          <c:spPr>
            <a:ln w="31750" cap="flat">
              <a:solidFill>
                <a:srgbClr val="2ECC9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CC9A"/>
              </a:solidFill>
              <a:ln w="9525" cap="flat">
                <a:solidFill>
                  <a:srgbClr val="2ECC9A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1/1</c:v>
                </c:pt>
                <c:pt idx="1">
                  <c:v>2/1</c:v>
                </c:pt>
                <c:pt idx="2">
                  <c:v>3/1</c:v>
                </c:pt>
                <c:pt idx="3">
                  <c:v>4/1</c:v>
                </c:pt>
                <c:pt idx="4">
                  <c:v>5/1</c:v>
                </c:pt>
                <c:pt idx="5">
                  <c:v>6/1</c:v>
                </c:pt>
                <c:pt idx="6">
                  <c:v>7/1</c:v>
                </c:pt>
                <c:pt idx="7">
                  <c:v>8/1</c:v>
                </c:pt>
                <c:pt idx="8">
                  <c:v>9/1</c:v>
                </c:pt>
                <c:pt idx="9">
                  <c:v>10/1</c:v>
                </c:pt>
                <c:pt idx="10">
                  <c:v>11/1</c:v>
                </c:pt>
                <c:pt idx="11">
                  <c:v>12/1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502-47AF-9767-B77D6A068D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DBC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DBC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AFFFE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골격근량 변화 (kg)</c:v>
                </c:pt>
              </c:strCache>
            </c:strRef>
          </c:tx>
          <c:spPr>
            <a:ln w="31750" cap="flat">
              <a:solidFill>
                <a:srgbClr val="17A37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7A37A"/>
              </a:solidFill>
              <a:ln w="9525" cap="flat">
                <a:solidFill>
                  <a:srgbClr val="17A37A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1/1</c:v>
                </c:pt>
                <c:pt idx="1">
                  <c:v>2/1</c:v>
                </c:pt>
                <c:pt idx="2">
                  <c:v>3/1</c:v>
                </c:pt>
                <c:pt idx="3">
                  <c:v>4/1</c:v>
                </c:pt>
                <c:pt idx="4">
                  <c:v>5/1</c:v>
                </c:pt>
                <c:pt idx="5">
                  <c:v>6/1</c:v>
                </c:pt>
                <c:pt idx="6">
                  <c:v>7/1</c:v>
                </c:pt>
                <c:pt idx="7">
                  <c:v>8/1</c:v>
                </c:pt>
                <c:pt idx="8">
                  <c:v>9/1</c:v>
                </c:pt>
                <c:pt idx="9">
                  <c:v>10/1</c:v>
                </c:pt>
                <c:pt idx="10">
                  <c:v>11/1</c:v>
                </c:pt>
                <c:pt idx="11">
                  <c:v>12/1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FF6-4DDA-90E4-64B58BFC2F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DBC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DBC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AFFF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9414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E8FBF4"/>
          </a:solidFill>
          <a:ln w="12700">
            <a:solidFill>
              <a:srgbClr val="E8FB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303520" y="0"/>
            <a:ext cx="6858000" cy="6858000"/>
          </a:xfrm>
          <a:prstGeom prst="rect">
            <a:avLst/>
          </a:prstGeom>
          <a:solidFill>
            <a:srgbClr val="E8EEEC"/>
          </a:solidFill>
          <a:ln w="1270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303520" y="3154680"/>
            <a:ext cx="68580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회원님 사진 삽입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(선택)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329184"/>
            <a:ext cx="22860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C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ZEROCOACH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484632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OOO 회원님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 파일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" y="2176272"/>
            <a:ext cx="484632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회원님 이름을 입력해주세요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505456"/>
            <a:ext cx="4754880" cy="0"/>
          </a:xfrm>
          <a:prstGeom prst="line">
            <a:avLst/>
          </a:prstGeom>
          <a:noFill/>
          <a:ln w="12700">
            <a:solidFill>
              <a:srgbClr val="B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74320" y="2688336"/>
            <a:ext cx="1298448" cy="274320"/>
          </a:xfrm>
          <a:prstGeom prst="rect">
            <a:avLst/>
          </a:prstGeom>
          <a:solidFill>
            <a:srgbClr val="B2EDD8"/>
          </a:solidFill>
          <a:ln w="12700">
            <a:solidFill>
              <a:srgbClr val="B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74320" y="2688336"/>
            <a:ext cx="129844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등록일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09344" y="2688336"/>
            <a:ext cx="3438144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682496" y="2688336"/>
            <a:ext cx="32918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____년  __월  __일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035808"/>
            <a:ext cx="1298448" cy="274320"/>
          </a:xfrm>
          <a:prstGeom prst="rect">
            <a:avLst/>
          </a:prstGeom>
          <a:solidFill>
            <a:srgbClr val="B2EDD8"/>
          </a:solidFill>
          <a:ln w="12700">
            <a:solidFill>
              <a:srgbClr val="B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74320" y="3035808"/>
            <a:ext cx="129844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 트레이너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09344" y="3035808"/>
            <a:ext cx="3438144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682496" y="3035808"/>
            <a:ext cx="32918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박창영 트레이너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383280"/>
            <a:ext cx="1298448" cy="274320"/>
          </a:xfrm>
          <a:prstGeom prst="rect">
            <a:avLst/>
          </a:prstGeom>
          <a:solidFill>
            <a:srgbClr val="B2EDD8"/>
          </a:solidFill>
          <a:ln w="12700">
            <a:solidFill>
              <a:srgbClr val="B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74320" y="3383280"/>
            <a:ext cx="129844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운동 목표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09344" y="3383280"/>
            <a:ext cx="3438144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274320" y="3730752"/>
            <a:ext cx="1298448" cy="274320"/>
          </a:xfrm>
          <a:prstGeom prst="rect">
            <a:avLst/>
          </a:prstGeom>
          <a:solidFill>
            <a:srgbClr val="B2EDD8"/>
          </a:solidFill>
          <a:ln w="12700">
            <a:solidFill>
              <a:srgbClr val="B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274320" y="3730752"/>
            <a:ext cx="129844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패키지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609344" y="3730752"/>
            <a:ext cx="3438144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682496" y="3730752"/>
            <a:ext cx="32918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____회 패키지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4078224"/>
            <a:ext cx="1298448" cy="274320"/>
          </a:xfrm>
          <a:prstGeom prst="rect">
            <a:avLst/>
          </a:prstGeom>
          <a:solidFill>
            <a:srgbClr val="B2EDD8"/>
          </a:solidFill>
          <a:ln w="12700">
            <a:solidFill>
              <a:srgbClr val="B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74320" y="4078224"/>
            <a:ext cx="129844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연락처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609344" y="4078224"/>
            <a:ext cx="3438144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274320" y="6345936"/>
            <a:ext cx="1371600" cy="292608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274320" y="6345936"/>
            <a:ext cx="13716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제로코치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773936" y="6345936"/>
            <a:ext cx="32004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체형 분석 기반 맞춤 트레이닝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750040" y="6601968"/>
            <a:ext cx="34747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12161520" cy="54864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841248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01168" y="73152"/>
            <a:ext cx="98755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체형 분석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01168" y="493776"/>
            <a:ext cx="98755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→ 원인 근육 → 솔루션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332720" y="91440"/>
            <a:ext cx="1645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C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ZEROCOACH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332720" y="493776"/>
            <a:ext cx="164592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박창영 트레이너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987552"/>
            <a:ext cx="3505200" cy="310896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987552"/>
            <a:ext cx="35052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(증상)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28160" y="987552"/>
            <a:ext cx="350520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328160" y="987552"/>
            <a:ext cx="35052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원인 근육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99120" y="987552"/>
            <a:ext cx="3505200" cy="310896"/>
          </a:xfrm>
          <a:prstGeom prst="rect">
            <a:avLst/>
          </a:prstGeom>
          <a:solidFill>
            <a:srgbClr val="17A37A"/>
          </a:solidFill>
          <a:ln w="12700">
            <a:solidFill>
              <a:srgbClr val="17A3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199120" y="987552"/>
            <a:ext cx="35052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솔루션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2336" y="1353312"/>
            <a:ext cx="237744" cy="237744"/>
          </a:xfrm>
          <a:prstGeom prst="ellipse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02336" y="1353312"/>
            <a:ext cx="237744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1298448"/>
            <a:ext cx="3505200" cy="1389888"/>
          </a:xfrm>
          <a:prstGeom prst="rect">
            <a:avLst/>
          </a:prstGeom>
          <a:solidFill>
            <a:srgbClr val="FFF0EE"/>
          </a:solidFill>
          <a:ln w="6350">
            <a:solidFill>
              <a:srgbClr val="FBBF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7200" y="1865376"/>
            <a:ext cx="3505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삽입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724912"/>
            <a:ext cx="350520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FBBF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48640" y="2779776"/>
            <a:ext cx="3340608" cy="896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(예: 대둔근 불기능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둔근 힘 못쓰며 허리통증 유발)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980688" y="1828800"/>
            <a:ext cx="402336" cy="329916"/>
          </a:xfrm>
          <a:prstGeom prst="chevron">
            <a:avLst/>
          </a:prstGeom>
          <a:solidFill>
            <a:srgbClr val="B2EDD8"/>
          </a:solidFill>
          <a:ln w="12700">
            <a:solidFill>
              <a:srgbClr val="B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328160" y="1298448"/>
            <a:ext cx="3505200" cy="1389888"/>
          </a:xfrm>
          <a:prstGeom prst="rect">
            <a:avLst/>
          </a:prstGeom>
          <a:solidFill>
            <a:srgbClr val="EEF3FF"/>
          </a:solidFill>
          <a:ln w="6350">
            <a:solidFill>
              <a:srgbClr val="BFC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328160" y="1865376"/>
            <a:ext cx="3505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삽입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328160" y="2724912"/>
            <a:ext cx="350520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BFC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419600" y="2779776"/>
            <a:ext cx="3340608" cy="896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(예: 기립근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둔근의 기능 방해)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851648" y="1828800"/>
            <a:ext cx="402336" cy="329916"/>
          </a:xfrm>
          <a:prstGeom prst="chevron">
            <a:avLst/>
          </a:prstGeom>
          <a:solidFill>
            <a:srgbClr val="B2EDD8"/>
          </a:solidFill>
          <a:ln w="12700">
            <a:solidFill>
              <a:srgbClr val="B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8199120" y="1298448"/>
            <a:ext cx="3505200" cy="1389888"/>
          </a:xfrm>
          <a:prstGeom prst="rect">
            <a:avLst/>
          </a:prstGeom>
          <a:solidFill>
            <a:srgbClr val="E8FBF4"/>
          </a:solidFill>
          <a:ln w="6350">
            <a:solidFill>
              <a:srgbClr val="B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8199120" y="1865376"/>
            <a:ext cx="3505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삽입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199120" y="2724912"/>
            <a:ext cx="350520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B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290560" y="2779776"/>
            <a:ext cx="3340608" cy="896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(예: 마사지볼 기립근 마사지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이상근 스트레칭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폼롤러 플랭크 + 싯업)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02336" y="3931920"/>
            <a:ext cx="237744" cy="237744"/>
          </a:xfrm>
          <a:prstGeom prst="ellipse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02336" y="3931920"/>
            <a:ext cx="237744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877056"/>
            <a:ext cx="3505200" cy="1389888"/>
          </a:xfrm>
          <a:prstGeom prst="rect">
            <a:avLst/>
          </a:prstGeom>
          <a:solidFill>
            <a:srgbClr val="FFF0EE"/>
          </a:solidFill>
          <a:ln w="6350">
            <a:solidFill>
              <a:srgbClr val="FBBF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57200" y="4443984"/>
            <a:ext cx="3505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삽입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5303520"/>
            <a:ext cx="350520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FBBF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548640" y="5358384"/>
            <a:ext cx="3340608" cy="896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내용을 입력하세요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980688" y="4407408"/>
            <a:ext cx="402336" cy="329916"/>
          </a:xfrm>
          <a:prstGeom prst="chevron">
            <a:avLst/>
          </a:prstGeom>
          <a:solidFill>
            <a:srgbClr val="B2EDD8"/>
          </a:solidFill>
          <a:ln w="12700">
            <a:solidFill>
              <a:srgbClr val="B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4328160" y="3877056"/>
            <a:ext cx="3505200" cy="1389888"/>
          </a:xfrm>
          <a:prstGeom prst="rect">
            <a:avLst/>
          </a:prstGeom>
          <a:solidFill>
            <a:srgbClr val="EEF3FF"/>
          </a:solidFill>
          <a:ln w="6350">
            <a:solidFill>
              <a:srgbClr val="BFC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328160" y="4443984"/>
            <a:ext cx="3505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삽입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328160" y="5303520"/>
            <a:ext cx="350520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BFC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4419600" y="5358384"/>
            <a:ext cx="3340608" cy="896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내용을 입력하세요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851648" y="4407408"/>
            <a:ext cx="402336" cy="329916"/>
          </a:xfrm>
          <a:prstGeom prst="chevron">
            <a:avLst/>
          </a:prstGeom>
          <a:solidFill>
            <a:srgbClr val="B2EDD8"/>
          </a:solidFill>
          <a:ln w="12700">
            <a:solidFill>
              <a:srgbClr val="B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8199120" y="3877056"/>
            <a:ext cx="3505200" cy="1389888"/>
          </a:xfrm>
          <a:prstGeom prst="rect">
            <a:avLst/>
          </a:prstGeom>
          <a:solidFill>
            <a:srgbClr val="E8FBF4"/>
          </a:solidFill>
          <a:ln w="6350">
            <a:solidFill>
              <a:srgbClr val="B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8199120" y="4443984"/>
            <a:ext cx="3505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삽입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199120" y="5303520"/>
            <a:ext cx="350520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B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8290560" y="5358384"/>
            <a:ext cx="3340608" cy="896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내용을 입력하세요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57200" y="6501384"/>
            <a:ext cx="11247120" cy="347472"/>
          </a:xfrm>
          <a:prstGeom prst="rect">
            <a:avLst/>
          </a:prstGeom>
          <a:solidFill>
            <a:srgbClr val="FFFBEB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566928" y="6501384"/>
            <a:ext cx="20116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특이사항 / 주의 운동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651760" y="6501384"/>
            <a:ext cx="89611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(예: 힙 운동 시 힙자극 못느끼시며 허벅지·허리에만 자극)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1750040" y="6601968"/>
            <a:ext cx="34747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12161520" cy="54864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841248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01168" y="73152"/>
            <a:ext cx="98755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체형 분석 (2)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01168" y="493776"/>
            <a:ext cx="98755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 체형 문제 분석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332720" y="91440"/>
            <a:ext cx="1645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C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ZEROCOACH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332720" y="493776"/>
            <a:ext cx="164592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박창영 트레이너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987552"/>
            <a:ext cx="3505200" cy="310896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987552"/>
            <a:ext cx="35052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(증상)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28160" y="987552"/>
            <a:ext cx="350520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328160" y="987552"/>
            <a:ext cx="35052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원인 근육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99120" y="987552"/>
            <a:ext cx="3505200" cy="310896"/>
          </a:xfrm>
          <a:prstGeom prst="rect">
            <a:avLst/>
          </a:prstGeom>
          <a:solidFill>
            <a:srgbClr val="17A37A"/>
          </a:solidFill>
          <a:ln w="12700">
            <a:solidFill>
              <a:srgbClr val="17A3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199120" y="987552"/>
            <a:ext cx="35052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솔루션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2336" y="1353312"/>
            <a:ext cx="237744" cy="237744"/>
          </a:xfrm>
          <a:prstGeom prst="ellipse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02336" y="1353312"/>
            <a:ext cx="237744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1298448"/>
            <a:ext cx="3505200" cy="1389888"/>
          </a:xfrm>
          <a:prstGeom prst="rect">
            <a:avLst/>
          </a:prstGeom>
          <a:solidFill>
            <a:srgbClr val="FFF0EE"/>
          </a:solidFill>
          <a:ln w="6350">
            <a:solidFill>
              <a:srgbClr val="FBBF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7200" y="1865376"/>
            <a:ext cx="3505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삽입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724912"/>
            <a:ext cx="350520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FBBF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48640" y="2779776"/>
            <a:ext cx="3340608" cy="896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내용을 입력하세요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980688" y="1828800"/>
            <a:ext cx="402336" cy="329916"/>
          </a:xfrm>
          <a:prstGeom prst="chevron">
            <a:avLst/>
          </a:prstGeom>
          <a:solidFill>
            <a:srgbClr val="B2EDD8"/>
          </a:solidFill>
          <a:ln w="12700">
            <a:solidFill>
              <a:srgbClr val="B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328160" y="1298448"/>
            <a:ext cx="3505200" cy="1389888"/>
          </a:xfrm>
          <a:prstGeom prst="rect">
            <a:avLst/>
          </a:prstGeom>
          <a:solidFill>
            <a:srgbClr val="EEF3FF"/>
          </a:solidFill>
          <a:ln w="6350">
            <a:solidFill>
              <a:srgbClr val="BFC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328160" y="1865376"/>
            <a:ext cx="3505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삽입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328160" y="2724912"/>
            <a:ext cx="350520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BFC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419600" y="2779776"/>
            <a:ext cx="3340608" cy="896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내용을 입력하세요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851648" y="1828800"/>
            <a:ext cx="402336" cy="329916"/>
          </a:xfrm>
          <a:prstGeom prst="chevron">
            <a:avLst/>
          </a:prstGeom>
          <a:solidFill>
            <a:srgbClr val="B2EDD8"/>
          </a:solidFill>
          <a:ln w="12700">
            <a:solidFill>
              <a:srgbClr val="B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8199120" y="1298448"/>
            <a:ext cx="3505200" cy="1389888"/>
          </a:xfrm>
          <a:prstGeom prst="rect">
            <a:avLst/>
          </a:prstGeom>
          <a:solidFill>
            <a:srgbClr val="E8FBF4"/>
          </a:solidFill>
          <a:ln w="6350">
            <a:solidFill>
              <a:srgbClr val="B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8199120" y="1865376"/>
            <a:ext cx="3505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삽입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199120" y="2724912"/>
            <a:ext cx="350520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B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290560" y="2779776"/>
            <a:ext cx="3340608" cy="896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내용을 입력하세요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02336" y="3931920"/>
            <a:ext cx="237744" cy="237744"/>
          </a:xfrm>
          <a:prstGeom prst="ellipse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02336" y="3931920"/>
            <a:ext cx="237744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877056"/>
            <a:ext cx="3505200" cy="1389888"/>
          </a:xfrm>
          <a:prstGeom prst="rect">
            <a:avLst/>
          </a:prstGeom>
          <a:solidFill>
            <a:srgbClr val="FFF0EE"/>
          </a:solidFill>
          <a:ln w="6350">
            <a:solidFill>
              <a:srgbClr val="FBBF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57200" y="4443984"/>
            <a:ext cx="3505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삽입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5303520"/>
            <a:ext cx="350520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FBBF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548640" y="5358384"/>
            <a:ext cx="3340608" cy="896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내용을 입력하세요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980688" y="4407408"/>
            <a:ext cx="402336" cy="329916"/>
          </a:xfrm>
          <a:prstGeom prst="chevron">
            <a:avLst/>
          </a:prstGeom>
          <a:solidFill>
            <a:srgbClr val="B2EDD8"/>
          </a:solidFill>
          <a:ln w="12700">
            <a:solidFill>
              <a:srgbClr val="B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4328160" y="3877056"/>
            <a:ext cx="3505200" cy="1389888"/>
          </a:xfrm>
          <a:prstGeom prst="rect">
            <a:avLst/>
          </a:prstGeom>
          <a:solidFill>
            <a:srgbClr val="EEF3FF"/>
          </a:solidFill>
          <a:ln w="6350">
            <a:solidFill>
              <a:srgbClr val="BFC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328160" y="4443984"/>
            <a:ext cx="3505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삽입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328160" y="5303520"/>
            <a:ext cx="350520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BFC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4419600" y="5358384"/>
            <a:ext cx="3340608" cy="896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내용을 입력하세요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851648" y="4407408"/>
            <a:ext cx="402336" cy="329916"/>
          </a:xfrm>
          <a:prstGeom prst="chevron">
            <a:avLst/>
          </a:prstGeom>
          <a:solidFill>
            <a:srgbClr val="B2EDD8"/>
          </a:solidFill>
          <a:ln w="12700">
            <a:solidFill>
              <a:srgbClr val="B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8199120" y="3877056"/>
            <a:ext cx="3505200" cy="1389888"/>
          </a:xfrm>
          <a:prstGeom prst="rect">
            <a:avLst/>
          </a:prstGeom>
          <a:solidFill>
            <a:srgbClr val="E8FBF4"/>
          </a:solidFill>
          <a:ln w="6350">
            <a:solidFill>
              <a:srgbClr val="B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8199120" y="4443984"/>
            <a:ext cx="3505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삽입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199120" y="5303520"/>
            <a:ext cx="350520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B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8290560" y="5358384"/>
            <a:ext cx="3340608" cy="896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내용을 입력하세요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57200" y="6501384"/>
            <a:ext cx="11247120" cy="347472"/>
          </a:xfrm>
          <a:prstGeom prst="rect">
            <a:avLst/>
          </a:prstGeom>
          <a:solidFill>
            <a:srgbClr val="FFFBEB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566928" y="6501384"/>
            <a:ext cx="18288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추가 특이사항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468880" y="6501384"/>
            <a:ext cx="91440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(추가 사항 기입)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1750040" y="6601968"/>
            <a:ext cx="34747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12161520" cy="54864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841248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01168" y="73152"/>
            <a:ext cx="98755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맞춤 운동 &amp; 스트레칭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01168" y="493776"/>
            <a:ext cx="98755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OOO님께 필요한 운동 및 스트레칭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332720" y="91440"/>
            <a:ext cx="1645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C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ZEROCOACH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332720" y="493776"/>
            <a:ext cx="164592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박창영 트레이너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987552"/>
            <a:ext cx="3627120" cy="256032"/>
          </a:xfrm>
          <a:prstGeom prst="rect">
            <a:avLst/>
          </a:prstGeom>
          <a:solidFill>
            <a:srgbClr val="17A37A"/>
          </a:solidFill>
          <a:ln w="12700">
            <a:solidFill>
              <a:srgbClr val="17A3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987552"/>
            <a:ext cx="35356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스트레칭 / 이완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67200" y="987552"/>
            <a:ext cx="362712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358640" y="987552"/>
            <a:ext cx="35356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교정 웨이트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77200" y="987552"/>
            <a:ext cx="3627120" cy="256032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168640" y="987552"/>
            <a:ext cx="35356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데일리 홈트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1261872"/>
            <a:ext cx="3627120" cy="1956816"/>
          </a:xfrm>
          <a:prstGeom prst="rect">
            <a:avLst/>
          </a:prstGeom>
          <a:solidFill>
            <a:srgbClr val="E8EEEC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57200" y="2112264"/>
            <a:ext cx="36271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운동 사진 삽입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255264"/>
            <a:ext cx="3627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30352" y="3273552"/>
            <a:ext cx="353568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운동명 / 횟수 · 세트 입력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3639312"/>
            <a:ext cx="3627120" cy="1956816"/>
          </a:xfrm>
          <a:prstGeom prst="rect">
            <a:avLst/>
          </a:prstGeom>
          <a:solidFill>
            <a:srgbClr val="E8EEEC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7200" y="4489704"/>
            <a:ext cx="36271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운동 사진 삽입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5632704"/>
            <a:ext cx="3627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30352" y="5650992"/>
            <a:ext cx="353568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운동명 / 횟수 · 세트 입력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267200" y="1261872"/>
            <a:ext cx="3627120" cy="1956816"/>
          </a:xfrm>
          <a:prstGeom prst="rect">
            <a:avLst/>
          </a:prstGeom>
          <a:solidFill>
            <a:srgbClr val="E8EEEC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267200" y="2112264"/>
            <a:ext cx="36271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운동 사진 삽입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67200" y="3255264"/>
            <a:ext cx="3627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340352" y="3273552"/>
            <a:ext cx="353568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운동명 / 횟수 · 세트 입력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267200" y="3639312"/>
            <a:ext cx="3627120" cy="1956816"/>
          </a:xfrm>
          <a:prstGeom prst="rect">
            <a:avLst/>
          </a:prstGeom>
          <a:solidFill>
            <a:srgbClr val="E8EEEC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267200" y="4489704"/>
            <a:ext cx="36271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운동 사진 삽입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67200" y="5632704"/>
            <a:ext cx="3627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340352" y="5650992"/>
            <a:ext cx="353568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운동명 / 횟수 · 세트 입력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077200" y="1261872"/>
            <a:ext cx="3627120" cy="1956816"/>
          </a:xfrm>
          <a:prstGeom prst="rect">
            <a:avLst/>
          </a:prstGeom>
          <a:solidFill>
            <a:srgbClr val="E8EEEC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8077200" y="2112264"/>
            <a:ext cx="36271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운동 사진 삽입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077200" y="3255264"/>
            <a:ext cx="3627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8150352" y="3273552"/>
            <a:ext cx="353568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운동명 / 횟수 · 세트 입력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077200" y="3639312"/>
            <a:ext cx="3627120" cy="1956816"/>
          </a:xfrm>
          <a:prstGeom prst="rect">
            <a:avLst/>
          </a:prstGeom>
          <a:solidFill>
            <a:srgbClr val="E8EEEC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8077200" y="4489704"/>
            <a:ext cx="36271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운동 사진 삽입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077200" y="5632704"/>
            <a:ext cx="3627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8150352" y="5650992"/>
            <a:ext cx="353568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운동명 / 횟수 · 세트 입력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7200" y="6108192"/>
            <a:ext cx="11247120" cy="329184"/>
          </a:xfrm>
          <a:prstGeom prst="rect">
            <a:avLst/>
          </a:prstGeom>
          <a:solidFill>
            <a:srgbClr val="FFF0EE"/>
          </a:solidFill>
          <a:ln w="6350">
            <a:solidFill>
              <a:srgbClr val="FBBF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566928" y="6108192"/>
            <a:ext cx="25603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 피해야 할 동작 / 주의 운동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00400" y="6108192"/>
            <a:ext cx="84124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(기입)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1750040" y="6601968"/>
            <a:ext cx="34747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12161520" cy="54864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841248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01168" y="73152"/>
            <a:ext cx="98755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근기능테스트 결과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01168" y="493776"/>
            <a:ext cx="98755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체형 분석 기반 근육 기능 평가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332720" y="91440"/>
            <a:ext cx="1645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C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ZEROCOACH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332720" y="493776"/>
            <a:ext cx="164592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박창영 트레이너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987552"/>
            <a:ext cx="1828800" cy="365760"/>
          </a:xfrm>
          <a:prstGeom prst="rect">
            <a:avLst/>
          </a:prstGeom>
          <a:solidFill>
            <a:srgbClr val="2ECC9A"/>
          </a:solidFill>
          <a:ln w="6350">
            <a:solidFill>
              <a:srgbClr val="17A3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30352" y="987552"/>
            <a:ext cx="1737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근기능테스트 결과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0" y="987552"/>
            <a:ext cx="4709160" cy="365760"/>
          </a:xfrm>
          <a:prstGeom prst="rect">
            <a:avLst/>
          </a:prstGeom>
          <a:solidFill>
            <a:srgbClr val="1A2E25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359152" y="987552"/>
            <a:ext cx="46177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상지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95160" y="987552"/>
            <a:ext cx="4709160" cy="365760"/>
          </a:xfrm>
          <a:prstGeom prst="rect">
            <a:avLst/>
          </a:prstGeom>
          <a:solidFill>
            <a:srgbClr val="1A2E25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068312" y="987552"/>
            <a:ext cx="46177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체간 · 하지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1353312"/>
            <a:ext cx="1828800" cy="1261872"/>
          </a:xfrm>
          <a:prstGeom prst="rect">
            <a:avLst/>
          </a:prstGeom>
          <a:solidFill>
            <a:srgbClr val="B2EDD8"/>
          </a:solidFill>
          <a:ln w="6350">
            <a:solidFill>
              <a:srgbClr val="B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30352" y="1353312"/>
            <a:ext cx="1737360" cy="1261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불기능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0" y="1353312"/>
            <a:ext cx="47091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2359152" y="1353312"/>
            <a:ext cx="4617720" cy="1261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오른쪽 하부/중부 승모근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오른쪽 대흉근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경추굴곡근 / 경추신전근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995160" y="1353312"/>
            <a:ext cx="47091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068312" y="1353312"/>
            <a:ext cx="4617720" cy="1261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왼쪽 대요근 / 요방형근 / 대둔근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오른쪽 중둔근 / 오른쪽 대퇴근막긴장근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오른쪽 내전근 / 왼쪽 이상근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왼쪽 대퇴직근 / 왼쪽 비골근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615184"/>
            <a:ext cx="1828800" cy="1005840"/>
          </a:xfrm>
          <a:prstGeom prst="rect">
            <a:avLst/>
          </a:prstGeom>
          <a:solidFill>
            <a:srgbClr val="E8FBF4"/>
          </a:solidFill>
          <a:ln w="6350">
            <a:solidFill>
              <a:srgbClr val="B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30352" y="2615184"/>
            <a:ext cx="173736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불기능 원인 (TP)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0" y="2615184"/>
            <a:ext cx="47091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2359152" y="2615184"/>
            <a:ext cx="461772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오른쪽 흉근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오른쪽 중하부 승모근 + 기립근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복근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995160" y="2615184"/>
            <a:ext cx="47091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068312" y="2615184"/>
            <a:ext cx="461772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고관절 굴곡근 / 기립근 / 장요근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오른쪽 요방형근 / 둔근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왼쪽 대퇴근막긴장근 / 왼쪽 전경골근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785616"/>
            <a:ext cx="11247120" cy="274320"/>
          </a:xfrm>
          <a:prstGeom prst="rect">
            <a:avLst/>
          </a:prstGeom>
          <a:solidFill>
            <a:srgbClr val="FFFBEB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57200" y="3785616"/>
            <a:ext cx="112471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스트레칭 및 관리필요 근육 &gt;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096512"/>
            <a:ext cx="11247120" cy="329184"/>
          </a:xfrm>
          <a:prstGeom prst="rect">
            <a:avLst/>
          </a:prstGeom>
          <a:solidFill>
            <a:srgbClr val="F7FDFB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66928" y="4096512"/>
            <a:ext cx="22860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스트레칭 + 근막케어  &gt;&gt;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926080" y="4096512"/>
            <a:ext cx="86868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(흉근 / 승모근 / 기립근 / 경추신전근 / 고관절 굴곡근 / 장요근 / 요방형근 / 둔근 / 전경골근)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4462272"/>
            <a:ext cx="11247120" cy="329184"/>
          </a:xfrm>
          <a:prstGeom prst="rect">
            <a:avLst/>
          </a:prstGeom>
          <a:solidFill>
            <a:srgbClr val="F7FDFB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66928" y="4462272"/>
            <a:ext cx="22860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데일리 맞춤교정운동  &gt;&gt;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926080" y="4462272"/>
            <a:ext cx="86868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골반교정운동 / 사이드 플랭크 / 흉추 신전·회전 / 플랭크+니킥 등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1750040" y="6601968"/>
            <a:ext cx="34747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12161520" cy="54864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841248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01168" y="73152"/>
            <a:ext cx="98755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비포 &amp; 애프터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01168" y="493776"/>
            <a:ext cx="98755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체성분 변화 기록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332720" y="91440"/>
            <a:ext cx="1645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C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ZEROCOACH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332720" y="493776"/>
            <a:ext cx="164592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박창영 트레이너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5166360" cy="4023360"/>
          </a:xfrm>
          <a:prstGeom prst="rect">
            <a:avLst/>
          </a:prstGeom>
          <a:solidFill>
            <a:srgbClr val="E8EEEC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2852928"/>
            <a:ext cx="51663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사진 삽입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005840"/>
            <a:ext cx="5166360" cy="274320"/>
          </a:xfrm>
          <a:prstGeom prst="rect">
            <a:avLst/>
          </a:prstGeom>
          <a:solidFill>
            <a:srgbClr val="E8EEEC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" y="1005840"/>
            <a:ext cx="51663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E F O R 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43016" y="2816352"/>
            <a:ext cx="475488" cy="389900"/>
          </a:xfrm>
          <a:prstGeom prst="chevron">
            <a:avLst/>
          </a:prstGeom>
          <a:solidFill>
            <a:srgbClr val="B2EDD8"/>
          </a:solidFill>
          <a:ln w="12700">
            <a:solidFill>
              <a:srgbClr val="B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537960" y="1005840"/>
            <a:ext cx="5166360" cy="4023360"/>
          </a:xfrm>
          <a:prstGeom prst="rect">
            <a:avLst/>
          </a:prstGeom>
          <a:solidFill>
            <a:srgbClr val="E8EEEC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37960" y="2852928"/>
            <a:ext cx="51663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사진 삽입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37960" y="1005840"/>
            <a:ext cx="5166360" cy="274320"/>
          </a:xfrm>
          <a:prstGeom prst="rect">
            <a:avLst/>
          </a:prstGeom>
          <a:solidFill>
            <a:srgbClr val="B2EDD8"/>
          </a:solidFill>
          <a:ln w="12700">
            <a:solidFill>
              <a:srgbClr val="17A3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537960" y="1005840"/>
            <a:ext cx="51663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 T E 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5102352"/>
            <a:ext cx="516636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5102352"/>
            <a:ext cx="1033272" cy="773582"/>
          </a:xfrm>
          <a:prstGeom prst="rect">
            <a:avLst/>
          </a:prstGeom>
          <a:solidFill>
            <a:srgbClr val="E8EEEC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7200" y="5102352"/>
            <a:ext cx="1033272" cy="7735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측정일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5875934"/>
            <a:ext cx="1033272" cy="945490"/>
          </a:xfrm>
          <a:prstGeom prst="rect">
            <a:avLst/>
          </a:prstGeom>
          <a:solidFill>
            <a:srgbClr val="FFFFFF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490472" y="5102352"/>
            <a:ext cx="1033272" cy="773582"/>
          </a:xfrm>
          <a:prstGeom prst="rect">
            <a:avLst/>
          </a:prstGeom>
          <a:solidFill>
            <a:srgbClr val="E8EEEC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490472" y="5102352"/>
            <a:ext cx="1033272" cy="7735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체중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490472" y="5875934"/>
            <a:ext cx="1033272" cy="945490"/>
          </a:xfrm>
          <a:prstGeom prst="rect">
            <a:avLst/>
          </a:prstGeom>
          <a:solidFill>
            <a:srgbClr val="FFFFFF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2523744" y="5102352"/>
            <a:ext cx="1033272" cy="773582"/>
          </a:xfrm>
          <a:prstGeom prst="rect">
            <a:avLst/>
          </a:prstGeom>
          <a:solidFill>
            <a:srgbClr val="E8EEEC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523744" y="5102352"/>
            <a:ext cx="1033272" cy="7735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체지방량 %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523744" y="5875934"/>
            <a:ext cx="1033272" cy="945490"/>
          </a:xfrm>
          <a:prstGeom prst="rect">
            <a:avLst/>
          </a:prstGeom>
          <a:solidFill>
            <a:srgbClr val="FFFFFF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557016" y="5102352"/>
            <a:ext cx="1033272" cy="773582"/>
          </a:xfrm>
          <a:prstGeom prst="rect">
            <a:avLst/>
          </a:prstGeom>
          <a:solidFill>
            <a:srgbClr val="E8EEEC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3557016" y="5102352"/>
            <a:ext cx="1033272" cy="7735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골격근량 kg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557016" y="5875934"/>
            <a:ext cx="1033272" cy="945490"/>
          </a:xfrm>
          <a:prstGeom prst="rect">
            <a:avLst/>
          </a:prstGeom>
          <a:solidFill>
            <a:srgbClr val="FFFFFF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590288" y="5102352"/>
            <a:ext cx="1033272" cy="773582"/>
          </a:xfrm>
          <a:prstGeom prst="rect">
            <a:avLst/>
          </a:prstGeom>
          <a:solidFill>
            <a:srgbClr val="E8EEEC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590288" y="5102352"/>
            <a:ext cx="1033272" cy="7735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특이사항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590288" y="5875934"/>
            <a:ext cx="1033272" cy="945490"/>
          </a:xfrm>
          <a:prstGeom prst="rect">
            <a:avLst/>
          </a:prstGeom>
          <a:solidFill>
            <a:srgbClr val="FFFFFF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6537960" y="5102352"/>
            <a:ext cx="5166360" cy="1719072"/>
          </a:xfrm>
          <a:prstGeom prst="rect">
            <a:avLst/>
          </a:prstGeom>
          <a:solidFill>
            <a:srgbClr val="E8FBF4"/>
          </a:solidFill>
          <a:ln w="6350">
            <a:solidFill>
              <a:srgbClr val="B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6537960" y="5102352"/>
            <a:ext cx="1033272" cy="773582"/>
          </a:xfrm>
          <a:prstGeom prst="rect">
            <a:avLst/>
          </a:prstGeom>
          <a:solidFill>
            <a:srgbClr val="B2EDD8"/>
          </a:solidFill>
          <a:ln w="6350">
            <a:solidFill>
              <a:srgbClr val="17A37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537960" y="5102352"/>
            <a:ext cx="1033272" cy="7735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7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측정일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537960" y="5875934"/>
            <a:ext cx="1033272" cy="945490"/>
          </a:xfrm>
          <a:prstGeom prst="rect">
            <a:avLst/>
          </a:prstGeom>
          <a:solidFill>
            <a:srgbClr val="E8FBF4"/>
          </a:solidFill>
          <a:ln w="6350">
            <a:solidFill>
              <a:srgbClr val="B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7571232" y="5102352"/>
            <a:ext cx="1033272" cy="773582"/>
          </a:xfrm>
          <a:prstGeom prst="rect">
            <a:avLst/>
          </a:prstGeom>
          <a:solidFill>
            <a:srgbClr val="B2EDD8"/>
          </a:solidFill>
          <a:ln w="6350">
            <a:solidFill>
              <a:srgbClr val="17A37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7571232" y="5102352"/>
            <a:ext cx="1033272" cy="7735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7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체중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571232" y="5875934"/>
            <a:ext cx="1033272" cy="945490"/>
          </a:xfrm>
          <a:prstGeom prst="rect">
            <a:avLst/>
          </a:prstGeom>
          <a:solidFill>
            <a:srgbClr val="E8FBF4"/>
          </a:solidFill>
          <a:ln w="6350">
            <a:solidFill>
              <a:srgbClr val="B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8604504" y="5102352"/>
            <a:ext cx="1033272" cy="773582"/>
          </a:xfrm>
          <a:prstGeom prst="rect">
            <a:avLst/>
          </a:prstGeom>
          <a:solidFill>
            <a:srgbClr val="B2EDD8"/>
          </a:solidFill>
          <a:ln w="6350">
            <a:solidFill>
              <a:srgbClr val="17A37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8604504" y="5102352"/>
            <a:ext cx="1033272" cy="7735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7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체지방량 %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8604504" y="5875934"/>
            <a:ext cx="1033272" cy="945490"/>
          </a:xfrm>
          <a:prstGeom prst="rect">
            <a:avLst/>
          </a:prstGeom>
          <a:solidFill>
            <a:srgbClr val="E8FBF4"/>
          </a:solidFill>
          <a:ln w="6350">
            <a:solidFill>
              <a:srgbClr val="B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9637776" y="5102352"/>
            <a:ext cx="1033272" cy="773582"/>
          </a:xfrm>
          <a:prstGeom prst="rect">
            <a:avLst/>
          </a:prstGeom>
          <a:solidFill>
            <a:srgbClr val="B2EDD8"/>
          </a:solidFill>
          <a:ln w="6350">
            <a:solidFill>
              <a:srgbClr val="17A37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9637776" y="5102352"/>
            <a:ext cx="1033272" cy="7735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7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골격근량 kg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9637776" y="5875934"/>
            <a:ext cx="1033272" cy="945490"/>
          </a:xfrm>
          <a:prstGeom prst="rect">
            <a:avLst/>
          </a:prstGeom>
          <a:solidFill>
            <a:srgbClr val="E8FBF4"/>
          </a:solidFill>
          <a:ln w="6350">
            <a:solidFill>
              <a:srgbClr val="B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10671048" y="5102352"/>
            <a:ext cx="1033272" cy="773582"/>
          </a:xfrm>
          <a:prstGeom prst="rect">
            <a:avLst/>
          </a:prstGeom>
          <a:solidFill>
            <a:srgbClr val="B2EDD8"/>
          </a:solidFill>
          <a:ln w="6350">
            <a:solidFill>
              <a:srgbClr val="17A37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10671048" y="5102352"/>
            <a:ext cx="1033272" cy="7735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7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특이사항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0671048" y="5875934"/>
            <a:ext cx="1033272" cy="945490"/>
          </a:xfrm>
          <a:prstGeom prst="rect">
            <a:avLst/>
          </a:prstGeom>
          <a:solidFill>
            <a:srgbClr val="E8FBF4"/>
          </a:solidFill>
          <a:ln w="6350">
            <a:solidFill>
              <a:srgbClr val="B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11750040" y="6601968"/>
            <a:ext cx="34747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12161520" cy="54864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841248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01168" y="73152"/>
            <a:ext cx="98755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운동 / </a:t>
            </a:r>
            <a:r>
              <a:rPr lang="en-US" sz="2000" b="1" dirty="0" err="1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식단</a:t>
            </a:r>
            <a:r>
              <a:rPr lang="en-US" sz="2000" b="1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 err="1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기록표</a:t>
            </a:r>
            <a:r>
              <a:rPr lang="en-US" sz="2000" b="1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</a:t>
            </a:r>
            <a:r>
              <a:rPr lang="ko-KR" altLang="en-US" sz="2000" b="1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차트 수정 가능합니다</a:t>
            </a:r>
            <a:r>
              <a:rPr lang="en-US" altLang="ko-KR" sz="2000" b="1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01168" y="493776"/>
            <a:ext cx="98755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월별 활동 기록 — 작성 예시 (5월~8월 기입됨)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332720" y="91440"/>
            <a:ext cx="1645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C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ZEROCOACH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332720" y="493776"/>
            <a:ext cx="164592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969264"/>
            <a:ext cx="1572768" cy="310896"/>
          </a:xfrm>
          <a:prstGeom prst="rect">
            <a:avLst/>
          </a:prstGeom>
          <a:solidFill>
            <a:srgbClr val="2ECC9A"/>
          </a:solidFill>
          <a:ln w="6350">
            <a:solidFill>
              <a:srgbClr val="17A3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30352" y="969264"/>
            <a:ext cx="148132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운동/식단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29968" y="969264"/>
            <a:ext cx="1209294" cy="310896"/>
          </a:xfrm>
          <a:prstGeom prst="rect">
            <a:avLst/>
          </a:prstGeom>
          <a:solidFill>
            <a:srgbClr val="1A2E25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103120" y="969264"/>
            <a:ext cx="111785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5월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39262" y="969264"/>
            <a:ext cx="1209294" cy="310896"/>
          </a:xfrm>
          <a:prstGeom prst="rect">
            <a:avLst/>
          </a:prstGeom>
          <a:solidFill>
            <a:srgbClr val="1A2E25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312414" y="969264"/>
            <a:ext cx="111785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6월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48556" y="969264"/>
            <a:ext cx="1209294" cy="310896"/>
          </a:xfrm>
          <a:prstGeom prst="rect">
            <a:avLst/>
          </a:prstGeom>
          <a:solidFill>
            <a:srgbClr val="1A2E25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521708" y="969264"/>
            <a:ext cx="111785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7월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57850" y="969264"/>
            <a:ext cx="1209294" cy="310896"/>
          </a:xfrm>
          <a:prstGeom prst="rect">
            <a:avLst/>
          </a:prstGeom>
          <a:solidFill>
            <a:srgbClr val="1A2E25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731002" y="969264"/>
            <a:ext cx="111785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8월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67144" y="969264"/>
            <a:ext cx="1209294" cy="310896"/>
          </a:xfrm>
          <a:prstGeom prst="rect">
            <a:avLst/>
          </a:prstGeom>
          <a:solidFill>
            <a:srgbClr val="4A6358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940296" y="969264"/>
            <a:ext cx="111785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9월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076438" y="969264"/>
            <a:ext cx="1209294" cy="310896"/>
          </a:xfrm>
          <a:prstGeom prst="rect">
            <a:avLst/>
          </a:prstGeom>
          <a:solidFill>
            <a:srgbClr val="4A6358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149590" y="969264"/>
            <a:ext cx="111785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10월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285732" y="969264"/>
            <a:ext cx="1209294" cy="310896"/>
          </a:xfrm>
          <a:prstGeom prst="rect">
            <a:avLst/>
          </a:prstGeom>
          <a:solidFill>
            <a:srgbClr val="4A6358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358884" y="969264"/>
            <a:ext cx="111785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11월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495026" y="969264"/>
            <a:ext cx="1209294" cy="310896"/>
          </a:xfrm>
          <a:prstGeom prst="rect">
            <a:avLst/>
          </a:prstGeom>
          <a:solidFill>
            <a:srgbClr val="4A6358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0568178" y="969264"/>
            <a:ext cx="111785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12월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1280160"/>
            <a:ext cx="157276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30352" y="1280160"/>
            <a:ext cx="148132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수업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029968" y="1280160"/>
            <a:ext cx="1209294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2103120" y="1280160"/>
            <a:ext cx="111785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39262" y="1280160"/>
            <a:ext cx="1209294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3312414" y="1280160"/>
            <a:ext cx="111785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448556" y="1280160"/>
            <a:ext cx="1209294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521708" y="1280160"/>
            <a:ext cx="111785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657850" y="1280160"/>
            <a:ext cx="1209294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5731002" y="1280160"/>
            <a:ext cx="111785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867144" y="1280160"/>
            <a:ext cx="1209294" cy="310896"/>
          </a:xfrm>
          <a:prstGeom prst="rect">
            <a:avLst/>
          </a:prstGeom>
          <a:solidFill>
            <a:srgbClr val="FAFAFA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8" name="Shape 36"/>
          <p:cNvSpPr/>
          <p:nvPr/>
        </p:nvSpPr>
        <p:spPr>
          <a:xfrm>
            <a:off x="8076438" y="1280160"/>
            <a:ext cx="1209294" cy="310896"/>
          </a:xfrm>
          <a:prstGeom prst="rect">
            <a:avLst/>
          </a:prstGeom>
          <a:solidFill>
            <a:srgbClr val="FAFAFA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9285732" y="1280160"/>
            <a:ext cx="1209294" cy="310896"/>
          </a:xfrm>
          <a:prstGeom prst="rect">
            <a:avLst/>
          </a:prstGeom>
          <a:solidFill>
            <a:srgbClr val="FAFAFA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0495026" y="1280160"/>
            <a:ext cx="1209294" cy="310896"/>
          </a:xfrm>
          <a:prstGeom prst="rect">
            <a:avLst/>
          </a:prstGeom>
          <a:solidFill>
            <a:srgbClr val="FAFAFA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457200" y="1591056"/>
            <a:ext cx="157276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530352" y="1591056"/>
            <a:ext cx="148132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개인운동(복습)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029968" y="1591056"/>
            <a:ext cx="1209294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2103120" y="1591056"/>
            <a:ext cx="111785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39262" y="1591056"/>
            <a:ext cx="1209294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3312414" y="1591056"/>
            <a:ext cx="111785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448556" y="1591056"/>
            <a:ext cx="1209294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4521708" y="1591056"/>
            <a:ext cx="111785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657850" y="1591056"/>
            <a:ext cx="1209294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5731002" y="1591056"/>
            <a:ext cx="111785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867144" y="1591056"/>
            <a:ext cx="1209294" cy="310896"/>
          </a:xfrm>
          <a:prstGeom prst="rect">
            <a:avLst/>
          </a:prstGeom>
          <a:solidFill>
            <a:srgbClr val="FAFAFA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8076438" y="1591056"/>
            <a:ext cx="1209294" cy="310896"/>
          </a:xfrm>
          <a:prstGeom prst="rect">
            <a:avLst/>
          </a:prstGeom>
          <a:solidFill>
            <a:srgbClr val="FAFAFA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9285732" y="1591056"/>
            <a:ext cx="1209294" cy="310896"/>
          </a:xfrm>
          <a:prstGeom prst="rect">
            <a:avLst/>
          </a:prstGeom>
          <a:solidFill>
            <a:srgbClr val="FAFAFA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495026" y="1591056"/>
            <a:ext cx="1209294" cy="310896"/>
          </a:xfrm>
          <a:prstGeom prst="rect">
            <a:avLst/>
          </a:prstGeom>
          <a:solidFill>
            <a:srgbClr val="FAFAFA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457200" y="1901952"/>
            <a:ext cx="1572768" cy="310896"/>
          </a:xfrm>
          <a:prstGeom prst="rect">
            <a:avLst/>
          </a:prstGeom>
          <a:solidFill>
            <a:srgbClr val="E8FBF4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530352" y="1901952"/>
            <a:ext cx="148132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유산소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029968" y="1901952"/>
            <a:ext cx="1209294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2103120" y="1901952"/>
            <a:ext cx="111785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239262" y="1901952"/>
            <a:ext cx="1209294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3312414" y="1901952"/>
            <a:ext cx="111785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448556" y="1901952"/>
            <a:ext cx="1209294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4521708" y="1901952"/>
            <a:ext cx="111785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657850" y="1901952"/>
            <a:ext cx="1209294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5731002" y="1901952"/>
            <a:ext cx="111785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867144" y="1901952"/>
            <a:ext cx="1209294" cy="310896"/>
          </a:xfrm>
          <a:prstGeom prst="rect">
            <a:avLst/>
          </a:prstGeom>
          <a:solidFill>
            <a:srgbClr val="FAFAFA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8076438" y="1901952"/>
            <a:ext cx="1209294" cy="310896"/>
          </a:xfrm>
          <a:prstGeom prst="rect">
            <a:avLst/>
          </a:prstGeom>
          <a:solidFill>
            <a:srgbClr val="FAFAFA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285732" y="1901952"/>
            <a:ext cx="1209294" cy="310896"/>
          </a:xfrm>
          <a:prstGeom prst="rect">
            <a:avLst/>
          </a:prstGeom>
          <a:solidFill>
            <a:srgbClr val="FAFAFA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10495026" y="1901952"/>
            <a:ext cx="1209294" cy="310896"/>
          </a:xfrm>
          <a:prstGeom prst="rect">
            <a:avLst/>
          </a:prstGeom>
          <a:solidFill>
            <a:srgbClr val="FAFAFA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457200" y="2212848"/>
            <a:ext cx="157276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530352" y="2212848"/>
            <a:ext cx="148132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다이어트 식단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2029968" y="2212848"/>
            <a:ext cx="1209294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/>
          <p:nvPr/>
        </p:nvSpPr>
        <p:spPr>
          <a:xfrm>
            <a:off x="2103120" y="2212848"/>
            <a:ext cx="111785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239262" y="2212848"/>
            <a:ext cx="1209294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/>
          <p:nvPr/>
        </p:nvSpPr>
        <p:spPr>
          <a:xfrm>
            <a:off x="3312414" y="2212848"/>
            <a:ext cx="111785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448556" y="2212848"/>
            <a:ext cx="1209294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/>
          <p:nvPr/>
        </p:nvSpPr>
        <p:spPr>
          <a:xfrm>
            <a:off x="4521708" y="2212848"/>
            <a:ext cx="111785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5657850" y="2212848"/>
            <a:ext cx="1209294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/>
          <p:nvPr/>
        </p:nvSpPr>
        <p:spPr>
          <a:xfrm>
            <a:off x="5731002" y="2212848"/>
            <a:ext cx="111785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867144" y="2212848"/>
            <a:ext cx="1209294" cy="310896"/>
          </a:xfrm>
          <a:prstGeom prst="rect">
            <a:avLst/>
          </a:prstGeom>
          <a:solidFill>
            <a:srgbClr val="FAFAFA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8076438" y="2212848"/>
            <a:ext cx="1209294" cy="310896"/>
          </a:xfrm>
          <a:prstGeom prst="rect">
            <a:avLst/>
          </a:prstGeom>
          <a:solidFill>
            <a:srgbClr val="FAFAFA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9285732" y="2212848"/>
            <a:ext cx="1209294" cy="310896"/>
          </a:xfrm>
          <a:prstGeom prst="rect">
            <a:avLst/>
          </a:prstGeom>
          <a:solidFill>
            <a:srgbClr val="FAFAFA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10495026" y="2212848"/>
            <a:ext cx="1209294" cy="310896"/>
          </a:xfrm>
          <a:prstGeom prst="rect">
            <a:avLst/>
          </a:prstGeom>
          <a:solidFill>
            <a:srgbClr val="FAFAFA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81"/>
          <p:cNvSpPr/>
          <p:nvPr/>
        </p:nvSpPr>
        <p:spPr>
          <a:xfrm>
            <a:off x="457200" y="2523744"/>
            <a:ext cx="1572768" cy="310896"/>
          </a:xfrm>
          <a:prstGeom prst="rect">
            <a:avLst/>
          </a:prstGeom>
          <a:solidFill>
            <a:srgbClr val="E8FBF4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Text 82"/>
          <p:cNvSpPr/>
          <p:nvPr/>
        </p:nvSpPr>
        <p:spPr>
          <a:xfrm>
            <a:off x="530352" y="2523744"/>
            <a:ext cx="148132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치팅 / 음주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2029968" y="2523744"/>
            <a:ext cx="1209294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2103120" y="2523744"/>
            <a:ext cx="111785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3239262" y="2523744"/>
            <a:ext cx="1209294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3312414" y="2523744"/>
            <a:ext cx="111785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4448556" y="2523744"/>
            <a:ext cx="1209294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8"/>
          <p:cNvSpPr/>
          <p:nvPr/>
        </p:nvSpPr>
        <p:spPr>
          <a:xfrm>
            <a:off x="4521708" y="2523744"/>
            <a:ext cx="111785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5657850" y="2523744"/>
            <a:ext cx="1209294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90"/>
          <p:cNvSpPr/>
          <p:nvPr/>
        </p:nvSpPr>
        <p:spPr>
          <a:xfrm>
            <a:off x="5731002" y="2523744"/>
            <a:ext cx="111785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6867144" y="2523744"/>
            <a:ext cx="1209294" cy="310896"/>
          </a:xfrm>
          <a:prstGeom prst="rect">
            <a:avLst/>
          </a:prstGeom>
          <a:solidFill>
            <a:srgbClr val="FAFAFA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Shape 92"/>
          <p:cNvSpPr/>
          <p:nvPr/>
        </p:nvSpPr>
        <p:spPr>
          <a:xfrm>
            <a:off x="8076438" y="2523744"/>
            <a:ext cx="1209294" cy="310896"/>
          </a:xfrm>
          <a:prstGeom prst="rect">
            <a:avLst/>
          </a:prstGeom>
          <a:solidFill>
            <a:srgbClr val="FAFAFA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Shape 93"/>
          <p:cNvSpPr/>
          <p:nvPr/>
        </p:nvSpPr>
        <p:spPr>
          <a:xfrm>
            <a:off x="9285732" y="2523744"/>
            <a:ext cx="1209294" cy="310896"/>
          </a:xfrm>
          <a:prstGeom prst="rect">
            <a:avLst/>
          </a:prstGeom>
          <a:solidFill>
            <a:srgbClr val="FAFAFA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Shape 94"/>
          <p:cNvSpPr/>
          <p:nvPr/>
        </p:nvSpPr>
        <p:spPr>
          <a:xfrm>
            <a:off x="10495026" y="2523744"/>
            <a:ext cx="1209294" cy="310896"/>
          </a:xfrm>
          <a:prstGeom prst="rect">
            <a:avLst/>
          </a:prstGeom>
          <a:solidFill>
            <a:srgbClr val="FAFAFA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97" name="Chart 0"/>
          <p:cNvGraphicFramePr/>
          <p:nvPr/>
        </p:nvGraphicFramePr>
        <p:xfrm>
          <a:off x="457200" y="2980944"/>
          <a:ext cx="5486400" cy="3639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8" name="Chart 1"/>
          <p:cNvGraphicFramePr/>
          <p:nvPr/>
        </p:nvGraphicFramePr>
        <p:xfrm>
          <a:off x="6217920" y="2980944"/>
          <a:ext cx="5486400" cy="3639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9" name="Text 95"/>
          <p:cNvSpPr/>
          <p:nvPr/>
        </p:nvSpPr>
        <p:spPr>
          <a:xfrm>
            <a:off x="11750040" y="6601968"/>
            <a:ext cx="34747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12161520" cy="54864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841248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01168" y="73152"/>
            <a:ext cx="98755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운동 / 식단 기록표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01168" y="493776"/>
            <a:ext cx="98755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월별 활동 기록 — 기입용 빈 서식 (1~12월)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332720" y="91440"/>
            <a:ext cx="1645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C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ZEROCOACH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332720" y="493776"/>
            <a:ext cx="164592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박창영 트레이너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969264"/>
            <a:ext cx="1572768" cy="301752"/>
          </a:xfrm>
          <a:prstGeom prst="rect">
            <a:avLst/>
          </a:prstGeom>
          <a:solidFill>
            <a:srgbClr val="2ECC9A"/>
          </a:solidFill>
          <a:ln w="6350">
            <a:solidFill>
              <a:srgbClr val="17A3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30352" y="969264"/>
            <a:ext cx="1481328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운동/식단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29968" y="969264"/>
            <a:ext cx="806196" cy="301752"/>
          </a:xfrm>
          <a:prstGeom prst="rect">
            <a:avLst/>
          </a:prstGeom>
          <a:solidFill>
            <a:srgbClr val="1A2E25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103120" y="969264"/>
            <a:ext cx="714756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1월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836164" y="969264"/>
            <a:ext cx="806196" cy="301752"/>
          </a:xfrm>
          <a:prstGeom prst="rect">
            <a:avLst/>
          </a:prstGeom>
          <a:solidFill>
            <a:srgbClr val="1A2E25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909316" y="969264"/>
            <a:ext cx="714756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2월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42360" y="969264"/>
            <a:ext cx="806196" cy="301752"/>
          </a:xfrm>
          <a:prstGeom prst="rect">
            <a:avLst/>
          </a:prstGeom>
          <a:solidFill>
            <a:srgbClr val="1A2E25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715512" y="969264"/>
            <a:ext cx="714756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3월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448556" y="969264"/>
            <a:ext cx="806196" cy="301752"/>
          </a:xfrm>
          <a:prstGeom prst="rect">
            <a:avLst/>
          </a:prstGeom>
          <a:solidFill>
            <a:srgbClr val="1A2E25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21708" y="969264"/>
            <a:ext cx="714756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4월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254752" y="969264"/>
            <a:ext cx="806196" cy="301752"/>
          </a:xfrm>
          <a:prstGeom prst="rect">
            <a:avLst/>
          </a:prstGeom>
          <a:solidFill>
            <a:srgbClr val="1A2E25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327904" y="969264"/>
            <a:ext cx="714756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5월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060948" y="969264"/>
            <a:ext cx="806196" cy="301752"/>
          </a:xfrm>
          <a:prstGeom prst="rect">
            <a:avLst/>
          </a:prstGeom>
          <a:solidFill>
            <a:srgbClr val="1A2E25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134100" y="969264"/>
            <a:ext cx="714756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6월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67144" y="969264"/>
            <a:ext cx="806196" cy="301752"/>
          </a:xfrm>
          <a:prstGeom prst="rect">
            <a:avLst/>
          </a:prstGeom>
          <a:solidFill>
            <a:srgbClr val="1A2E25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940296" y="969264"/>
            <a:ext cx="714756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7월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673340" y="969264"/>
            <a:ext cx="806196" cy="301752"/>
          </a:xfrm>
          <a:prstGeom prst="rect">
            <a:avLst/>
          </a:prstGeom>
          <a:solidFill>
            <a:srgbClr val="1A2E25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746492" y="969264"/>
            <a:ext cx="714756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8월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479536" y="969264"/>
            <a:ext cx="806196" cy="301752"/>
          </a:xfrm>
          <a:prstGeom prst="rect">
            <a:avLst/>
          </a:prstGeom>
          <a:solidFill>
            <a:srgbClr val="1A2E25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8552688" y="969264"/>
            <a:ext cx="714756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9월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285732" y="969264"/>
            <a:ext cx="806196" cy="301752"/>
          </a:xfrm>
          <a:prstGeom prst="rect">
            <a:avLst/>
          </a:prstGeom>
          <a:solidFill>
            <a:srgbClr val="1A2E25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9358884" y="969264"/>
            <a:ext cx="714756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10월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0091928" y="969264"/>
            <a:ext cx="806196" cy="301752"/>
          </a:xfrm>
          <a:prstGeom prst="rect">
            <a:avLst/>
          </a:prstGeom>
          <a:solidFill>
            <a:srgbClr val="1A2E25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10165080" y="969264"/>
            <a:ext cx="714756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11월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0898124" y="969264"/>
            <a:ext cx="806196" cy="301752"/>
          </a:xfrm>
          <a:prstGeom prst="rect">
            <a:avLst/>
          </a:prstGeom>
          <a:solidFill>
            <a:srgbClr val="1A2E25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0971276" y="969264"/>
            <a:ext cx="714756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12월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1271016"/>
            <a:ext cx="1572768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530352" y="1271016"/>
            <a:ext cx="1481328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수업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029968" y="1271016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2836164" y="1271016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3642360" y="1271016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4448556" y="1271016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5254752" y="1271016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6060948" y="1271016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6867144" y="1271016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7673340" y="1271016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8479536" y="1271016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285732" y="1271016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10091928" y="1271016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10898124" y="1271016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457200" y="1572768"/>
            <a:ext cx="1572768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530352" y="1572768"/>
            <a:ext cx="1481328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개인운동(복습)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029968" y="1572768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2836164" y="1572768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3642360" y="1572768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4448556" y="1572768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5254752" y="1572768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6060948" y="1572768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6867144" y="1572768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7673340" y="1572768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8479536" y="1572768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9285732" y="1572768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0091928" y="1572768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0898124" y="1572768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457200" y="1874520"/>
            <a:ext cx="1572768" cy="301752"/>
          </a:xfrm>
          <a:prstGeom prst="rect">
            <a:avLst/>
          </a:prstGeom>
          <a:solidFill>
            <a:srgbClr val="E8FBF4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530352" y="1874520"/>
            <a:ext cx="1481328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유산소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029968" y="1874520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2836164" y="1874520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3642360" y="1874520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4448556" y="1874520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5254752" y="1874520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6060948" y="1874520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6867144" y="1874520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7673340" y="1874520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8479536" y="1874520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9285732" y="1874520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0091928" y="1874520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10898124" y="1874520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457200" y="2176272"/>
            <a:ext cx="1572768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/>
          <p:nvPr/>
        </p:nvSpPr>
        <p:spPr>
          <a:xfrm>
            <a:off x="530352" y="2176272"/>
            <a:ext cx="1481328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다이어트 식단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029968" y="2176272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2836164" y="2176272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3642360" y="2176272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4448556" y="2176272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81"/>
          <p:cNvSpPr/>
          <p:nvPr/>
        </p:nvSpPr>
        <p:spPr>
          <a:xfrm>
            <a:off x="5254752" y="2176272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82"/>
          <p:cNvSpPr/>
          <p:nvPr/>
        </p:nvSpPr>
        <p:spPr>
          <a:xfrm>
            <a:off x="6060948" y="2176272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Shape 83"/>
          <p:cNvSpPr/>
          <p:nvPr/>
        </p:nvSpPr>
        <p:spPr>
          <a:xfrm>
            <a:off x="6867144" y="2176272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84"/>
          <p:cNvSpPr/>
          <p:nvPr/>
        </p:nvSpPr>
        <p:spPr>
          <a:xfrm>
            <a:off x="7673340" y="2176272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85"/>
          <p:cNvSpPr/>
          <p:nvPr/>
        </p:nvSpPr>
        <p:spPr>
          <a:xfrm>
            <a:off x="8479536" y="2176272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Shape 86"/>
          <p:cNvSpPr/>
          <p:nvPr/>
        </p:nvSpPr>
        <p:spPr>
          <a:xfrm>
            <a:off x="9285732" y="2176272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87"/>
          <p:cNvSpPr/>
          <p:nvPr/>
        </p:nvSpPr>
        <p:spPr>
          <a:xfrm>
            <a:off x="10091928" y="2176272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88"/>
          <p:cNvSpPr/>
          <p:nvPr/>
        </p:nvSpPr>
        <p:spPr>
          <a:xfrm>
            <a:off x="10898124" y="2176272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Shape 89"/>
          <p:cNvSpPr/>
          <p:nvPr/>
        </p:nvSpPr>
        <p:spPr>
          <a:xfrm>
            <a:off x="457200" y="2478024"/>
            <a:ext cx="1572768" cy="301752"/>
          </a:xfrm>
          <a:prstGeom prst="rect">
            <a:avLst/>
          </a:prstGeom>
          <a:solidFill>
            <a:srgbClr val="E8FBF4"/>
          </a:solidFill>
          <a:ln w="6350">
            <a:solidFill>
              <a:srgbClr val="C2D4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90"/>
          <p:cNvSpPr/>
          <p:nvPr/>
        </p:nvSpPr>
        <p:spPr>
          <a:xfrm>
            <a:off x="530352" y="2478024"/>
            <a:ext cx="1481328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치팅 / 음주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2029968" y="2478024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Shape 92"/>
          <p:cNvSpPr/>
          <p:nvPr/>
        </p:nvSpPr>
        <p:spPr>
          <a:xfrm>
            <a:off x="2836164" y="2478024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Shape 93"/>
          <p:cNvSpPr/>
          <p:nvPr/>
        </p:nvSpPr>
        <p:spPr>
          <a:xfrm>
            <a:off x="3642360" y="2478024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Shape 94"/>
          <p:cNvSpPr/>
          <p:nvPr/>
        </p:nvSpPr>
        <p:spPr>
          <a:xfrm>
            <a:off x="4448556" y="2478024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Shape 95"/>
          <p:cNvSpPr/>
          <p:nvPr/>
        </p:nvSpPr>
        <p:spPr>
          <a:xfrm>
            <a:off x="5254752" y="2478024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Shape 96"/>
          <p:cNvSpPr/>
          <p:nvPr/>
        </p:nvSpPr>
        <p:spPr>
          <a:xfrm>
            <a:off x="6060948" y="2478024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Shape 97"/>
          <p:cNvSpPr/>
          <p:nvPr/>
        </p:nvSpPr>
        <p:spPr>
          <a:xfrm>
            <a:off x="6867144" y="2478024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Shape 98"/>
          <p:cNvSpPr/>
          <p:nvPr/>
        </p:nvSpPr>
        <p:spPr>
          <a:xfrm>
            <a:off x="7673340" y="2478024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Shape 99"/>
          <p:cNvSpPr/>
          <p:nvPr/>
        </p:nvSpPr>
        <p:spPr>
          <a:xfrm>
            <a:off x="8479536" y="2478024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Shape 100"/>
          <p:cNvSpPr/>
          <p:nvPr/>
        </p:nvSpPr>
        <p:spPr>
          <a:xfrm>
            <a:off x="9285732" y="2478024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Shape 101"/>
          <p:cNvSpPr/>
          <p:nvPr/>
        </p:nvSpPr>
        <p:spPr>
          <a:xfrm>
            <a:off x="10091928" y="2478024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Shape 102"/>
          <p:cNvSpPr/>
          <p:nvPr/>
        </p:nvSpPr>
        <p:spPr>
          <a:xfrm>
            <a:off x="10898124" y="2478024"/>
            <a:ext cx="80619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05" name="Chart 0"/>
          <p:cNvGraphicFramePr/>
          <p:nvPr>
            <p:extLst>
              <p:ext uri="{D42A27DB-BD31-4B8C-83A1-F6EECF244321}">
                <p14:modId xmlns:p14="http://schemas.microsoft.com/office/powerpoint/2010/main" val="2456476257"/>
              </p:ext>
            </p:extLst>
          </p:nvPr>
        </p:nvGraphicFramePr>
        <p:xfrm>
          <a:off x="457200" y="2907792"/>
          <a:ext cx="5486400" cy="37124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6" name="Chart 1"/>
          <p:cNvGraphicFramePr/>
          <p:nvPr/>
        </p:nvGraphicFramePr>
        <p:xfrm>
          <a:off x="6217920" y="2907792"/>
          <a:ext cx="5486400" cy="37124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7" name="Shape 103"/>
          <p:cNvSpPr/>
          <p:nvPr/>
        </p:nvSpPr>
        <p:spPr>
          <a:xfrm>
            <a:off x="457200" y="6638544"/>
            <a:ext cx="11247120" cy="182880"/>
          </a:xfrm>
          <a:prstGeom prst="rect">
            <a:avLst/>
          </a:prstGeom>
          <a:solidFill>
            <a:srgbClr val="E8FBF4"/>
          </a:solidFill>
          <a:ln w="6350">
            <a:solidFill>
              <a:srgbClr val="B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Text 104"/>
          <p:cNvSpPr/>
          <p:nvPr/>
        </p:nvSpPr>
        <p:spPr>
          <a:xfrm>
            <a:off x="548640" y="6656832"/>
            <a:ext cx="1115568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7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매월 기록 후 트레이너와 공유해주세요. 그래프는 수동으로 숫자를 입력해 업데이트하세요.</a:t>
            </a:r>
            <a:endParaRPr lang="en-US" sz="750" dirty="0"/>
          </a:p>
        </p:txBody>
      </p:sp>
      <p:sp>
        <p:nvSpPr>
          <p:cNvPr id="109" name="Text 105"/>
          <p:cNvSpPr/>
          <p:nvPr/>
        </p:nvSpPr>
        <p:spPr>
          <a:xfrm>
            <a:off x="11750040" y="6601968"/>
            <a:ext cx="34747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D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590</Words>
  <Application>Microsoft Office PowerPoint</Application>
  <PresentationFormat>와이드스크린</PresentationFormat>
  <Paragraphs>208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PT 회원 관리파일 템플릿</dc:title>
  <dc:subject>PptxGenJS Presentation</dc:subject>
  <dc:creator>제로코치 박창영</dc:creator>
  <cp:lastModifiedBy>창영 박</cp:lastModifiedBy>
  <cp:revision>1</cp:revision>
  <dcterms:created xsi:type="dcterms:W3CDTF">2026-03-19T06:57:52Z</dcterms:created>
  <dcterms:modified xsi:type="dcterms:W3CDTF">2026-04-07T16:38:19Z</dcterms:modified>
</cp:coreProperties>
</file>