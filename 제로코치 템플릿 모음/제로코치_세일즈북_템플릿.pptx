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F3377-A629-4010-9621-9FF478A5DC9B}" v="25" dt="2026-04-07T16:34:58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71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창영 박" userId="ddc4f5f91ba7329a" providerId="LiveId" clId="{5C4B7D4A-121D-4D61-B630-BF7F8212C731}"/>
    <pc:docChg chg="undo custSel delSld modSld">
      <pc:chgData name="창영 박" userId="ddc4f5f91ba7329a" providerId="LiveId" clId="{5C4B7D4A-121D-4D61-B630-BF7F8212C731}" dt="2026-04-07T16:36:30.634" v="979" actId="2696"/>
      <pc:docMkLst>
        <pc:docMk/>
      </pc:docMkLst>
      <pc:sldChg chg="addSp modSp mod">
        <pc:chgData name="창영 박" userId="ddc4f5f91ba7329a" providerId="LiveId" clId="{5C4B7D4A-121D-4D61-B630-BF7F8212C731}" dt="2026-03-18T09:41:47.945" v="690" actId="1076"/>
        <pc:sldMkLst>
          <pc:docMk/>
          <pc:sldMk cId="0" sldId="256"/>
        </pc:sldMkLst>
        <pc:spChg chg="mod">
          <ac:chgData name="창영 박" userId="ddc4f5f91ba7329a" providerId="LiveId" clId="{5C4B7D4A-121D-4D61-B630-BF7F8212C731}" dt="2026-03-18T09:38:23.484" v="504"/>
          <ac:spMkLst>
            <pc:docMk/>
            <pc:sldMk cId="0" sldId="256"/>
            <ac:spMk id="2" creationId="{00000000-0000-0000-0000-000000000000}"/>
          </ac:spMkLst>
        </pc:spChg>
        <pc:spChg chg="mod">
          <ac:chgData name="창영 박" userId="ddc4f5f91ba7329a" providerId="LiveId" clId="{5C4B7D4A-121D-4D61-B630-BF7F8212C731}" dt="2026-03-18T09:21:57.556" v="19" actId="20577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창영 박" userId="ddc4f5f91ba7329a" providerId="LiveId" clId="{5C4B7D4A-121D-4D61-B630-BF7F8212C731}" dt="2026-03-18T09:41:47.945" v="690" actId="1076"/>
          <ac:spMkLst>
            <pc:docMk/>
            <pc:sldMk cId="0" sldId="256"/>
            <ac:spMk id="19" creationId="{B32597F7-FEC2-76A7-90B8-BE9036CC1B3F}"/>
          </ac:spMkLst>
        </pc:spChg>
      </pc:sldChg>
      <pc:sldChg chg="addSp delSp mod">
        <pc:chgData name="창영 박" userId="ddc4f5f91ba7329a" providerId="LiveId" clId="{5C4B7D4A-121D-4D61-B630-BF7F8212C731}" dt="2026-03-18T09:40:51.665" v="688" actId="22"/>
        <pc:sldMkLst>
          <pc:docMk/>
          <pc:sldMk cId="0" sldId="257"/>
        </pc:sldMkLst>
      </pc:sldChg>
      <pc:sldChg chg="modSp mod">
        <pc:chgData name="창영 박" userId="ddc4f5f91ba7329a" providerId="LiveId" clId="{5C4B7D4A-121D-4D61-B630-BF7F8212C731}" dt="2026-03-18T09:28:07.003" v="162" actId="20577"/>
        <pc:sldMkLst>
          <pc:docMk/>
          <pc:sldMk cId="0" sldId="258"/>
        </pc:sldMkLst>
        <pc:spChg chg="mod">
          <ac:chgData name="창영 박" userId="ddc4f5f91ba7329a" providerId="LiveId" clId="{5C4B7D4A-121D-4D61-B630-BF7F8212C731}" dt="2026-03-18T09:28:07.003" v="162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창영 박" userId="ddc4f5f91ba7329a" providerId="LiveId" clId="{5C4B7D4A-121D-4D61-B630-BF7F8212C731}" dt="2026-03-18T09:28:11.549" v="165" actId="20577"/>
        <pc:sldMkLst>
          <pc:docMk/>
          <pc:sldMk cId="0" sldId="259"/>
        </pc:sldMkLst>
        <pc:spChg chg="mod">
          <ac:chgData name="창영 박" userId="ddc4f5f91ba7329a" providerId="LiveId" clId="{5C4B7D4A-121D-4D61-B630-BF7F8212C731}" dt="2026-03-18T09:28:11.549" v="165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창영 박" userId="ddc4f5f91ba7329a" providerId="LiveId" clId="{5C4B7D4A-121D-4D61-B630-BF7F8212C731}" dt="2026-04-07T16:33:04.229" v="746" actId="1076"/>
        <pc:sldMkLst>
          <pc:docMk/>
          <pc:sldMk cId="0" sldId="260"/>
        </pc:sldMkLst>
        <pc:spChg chg="mod">
          <ac:chgData name="창영 박" userId="ddc4f5f91ba7329a" providerId="LiveId" clId="{5C4B7D4A-121D-4D61-B630-BF7F8212C731}" dt="2026-03-18T09:28:15.785" v="168" actId="20577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창영 박" userId="ddc4f5f91ba7329a" providerId="LiveId" clId="{5C4B7D4A-121D-4D61-B630-BF7F8212C731}" dt="2026-04-07T16:33:04.229" v="746" actId="1076"/>
          <ac:spMkLst>
            <pc:docMk/>
            <pc:sldMk cId="0" sldId="260"/>
            <ac:spMk id="42" creationId="{24377E88-51D3-CA62-2F8F-29834DC3EDB7}"/>
          </ac:spMkLst>
        </pc:spChg>
        <pc:spChg chg="add mod">
          <ac:chgData name="창영 박" userId="ddc4f5f91ba7329a" providerId="LiveId" clId="{5C4B7D4A-121D-4D61-B630-BF7F8212C731}" dt="2026-04-07T16:19:14.282" v="734"/>
          <ac:spMkLst>
            <pc:docMk/>
            <pc:sldMk cId="0" sldId="260"/>
            <ac:spMk id="43" creationId="{8207FCC4-44D2-B0A8-F8A8-8621E1175578}"/>
          </ac:spMkLst>
        </pc:spChg>
      </pc:sldChg>
      <pc:sldChg chg="addSp delSp modSp mod delAnim modAnim">
        <pc:chgData name="창영 박" userId="ddc4f5f91ba7329a" providerId="LiveId" clId="{5C4B7D4A-121D-4D61-B630-BF7F8212C731}" dt="2026-04-07T16:32:48.372" v="744" actId="20577"/>
        <pc:sldMkLst>
          <pc:docMk/>
          <pc:sldMk cId="0" sldId="261"/>
        </pc:sldMkLst>
        <pc:spChg chg="mod">
          <ac:chgData name="창영 박" userId="ddc4f5f91ba7329a" providerId="LiveId" clId="{5C4B7D4A-121D-4D61-B630-BF7F8212C731}" dt="2026-03-18T09:27:45.057" v="159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창영 박" userId="ddc4f5f91ba7329a" providerId="LiveId" clId="{5C4B7D4A-121D-4D61-B630-BF7F8212C731}" dt="2026-04-07T16:32:48.372" v="74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창영 박" userId="ddc4f5f91ba7329a" providerId="LiveId" clId="{5C4B7D4A-121D-4D61-B630-BF7F8212C731}" dt="2026-03-18T09:22:29.659" v="62" actId="20577"/>
          <ac:spMkLst>
            <pc:docMk/>
            <pc:sldMk cId="0" sldId="261"/>
            <ac:spMk id="10" creationId="{00000000-0000-0000-0000-000000000000}"/>
          </ac:spMkLst>
        </pc:spChg>
      </pc:sldChg>
      <pc:sldChg chg="addSp modSp mod">
        <pc:chgData name="창영 박" userId="ddc4f5f91ba7329a" providerId="LiveId" clId="{5C4B7D4A-121D-4D61-B630-BF7F8212C731}" dt="2026-04-07T16:33:12.396" v="749" actId="1076"/>
        <pc:sldMkLst>
          <pc:docMk/>
          <pc:sldMk cId="0" sldId="262"/>
        </pc:sldMkLst>
        <pc:spChg chg="mod">
          <ac:chgData name="창영 박" userId="ddc4f5f91ba7329a" providerId="LiveId" clId="{5C4B7D4A-121D-4D61-B630-BF7F8212C731}" dt="2026-03-18T09:28:21.233" v="171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창영 박" userId="ddc4f5f91ba7329a" providerId="LiveId" clId="{5C4B7D4A-121D-4D61-B630-BF7F8212C731}" dt="2026-04-07T16:33:08.094" v="747"/>
          <ac:spMkLst>
            <pc:docMk/>
            <pc:sldMk cId="0" sldId="262"/>
            <ac:spMk id="42" creationId="{242DC0D7-1FBF-0E1C-048B-4E8CDB44C7B2}"/>
          </ac:spMkLst>
        </pc:spChg>
        <pc:spChg chg="add mod">
          <ac:chgData name="창영 박" userId="ddc4f5f91ba7329a" providerId="LiveId" clId="{5C4B7D4A-121D-4D61-B630-BF7F8212C731}" dt="2026-04-07T16:33:12.396" v="749" actId="1076"/>
          <ac:spMkLst>
            <pc:docMk/>
            <pc:sldMk cId="0" sldId="262"/>
            <ac:spMk id="43" creationId="{351222AC-68F8-83E5-CF4B-AE4430EDB0BD}"/>
          </ac:spMkLst>
        </pc:spChg>
      </pc:sldChg>
      <pc:sldChg chg="modSp mod">
        <pc:chgData name="창영 박" userId="ddc4f5f91ba7329a" providerId="LiveId" clId="{5C4B7D4A-121D-4D61-B630-BF7F8212C731}" dt="2026-03-18T09:28:23.966" v="172" actId="20577"/>
        <pc:sldMkLst>
          <pc:docMk/>
          <pc:sldMk cId="0" sldId="263"/>
        </pc:sldMkLst>
        <pc:spChg chg="mod">
          <ac:chgData name="창영 박" userId="ddc4f5f91ba7329a" providerId="LiveId" clId="{5C4B7D4A-121D-4D61-B630-BF7F8212C731}" dt="2026-03-18T09:28:23.966" v="172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modSp mod">
        <pc:chgData name="창영 박" userId="ddc4f5f91ba7329a" providerId="LiveId" clId="{5C4B7D4A-121D-4D61-B630-BF7F8212C731}" dt="2026-04-07T16:34:37.611" v="856" actId="20577"/>
        <pc:sldMkLst>
          <pc:docMk/>
          <pc:sldMk cId="0" sldId="264"/>
        </pc:sldMkLst>
        <pc:spChg chg="mod">
          <ac:chgData name="창영 박" userId="ddc4f5f91ba7329a" providerId="LiveId" clId="{5C4B7D4A-121D-4D61-B630-BF7F8212C731}" dt="2026-03-18T09:28:27.030" v="173" actId="20577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창영 박" userId="ddc4f5f91ba7329a" providerId="LiveId" clId="{5C4B7D4A-121D-4D61-B630-BF7F8212C731}" dt="2026-04-07T16:34:37.611" v="856" actId="20577"/>
          <ac:spMkLst>
            <pc:docMk/>
            <pc:sldMk cId="0" sldId="264"/>
            <ac:spMk id="50" creationId="{347D386B-3D47-8DA0-C8D2-279F14364988}"/>
          </ac:spMkLst>
        </pc:spChg>
        <pc:spChg chg="add mod">
          <ac:chgData name="창영 박" userId="ddc4f5f91ba7329a" providerId="LiveId" clId="{5C4B7D4A-121D-4D61-B630-BF7F8212C731}" dt="2026-04-07T16:34:36.270" v="855" actId="1076"/>
          <ac:spMkLst>
            <pc:docMk/>
            <pc:sldMk cId="0" sldId="264"/>
            <ac:spMk id="51" creationId="{3F0BAA95-F961-100C-4159-D396AA855E2B}"/>
          </ac:spMkLst>
        </pc:spChg>
      </pc:sldChg>
      <pc:sldChg chg="modSp mod">
        <pc:chgData name="창영 박" userId="ddc4f5f91ba7329a" providerId="LiveId" clId="{5C4B7D4A-121D-4D61-B630-BF7F8212C731}" dt="2026-03-18T09:28:39.896" v="194" actId="20577"/>
        <pc:sldMkLst>
          <pc:docMk/>
          <pc:sldMk cId="0" sldId="265"/>
        </pc:sldMkLst>
        <pc:spChg chg="mod">
          <ac:chgData name="창영 박" userId="ddc4f5f91ba7329a" providerId="LiveId" clId="{5C4B7D4A-121D-4D61-B630-BF7F8212C731}" dt="2026-03-18T09:28:39.896" v="194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창영 박" userId="ddc4f5f91ba7329a" providerId="LiveId" clId="{5C4B7D4A-121D-4D61-B630-BF7F8212C731}" dt="2026-03-18T09:28:44.277" v="208" actId="20577"/>
        <pc:sldMkLst>
          <pc:docMk/>
          <pc:sldMk cId="0" sldId="266"/>
        </pc:sldMkLst>
        <pc:spChg chg="mod">
          <ac:chgData name="창영 박" userId="ddc4f5f91ba7329a" providerId="LiveId" clId="{5C4B7D4A-121D-4D61-B630-BF7F8212C731}" dt="2026-03-18T09:28:44.277" v="208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창영 박" userId="ddc4f5f91ba7329a" providerId="LiveId" clId="{5C4B7D4A-121D-4D61-B630-BF7F8212C731}" dt="2026-03-18T09:23:14.236" v="70" actId="1076"/>
          <ac:spMkLst>
            <pc:docMk/>
            <pc:sldMk cId="0" sldId="266"/>
            <ac:spMk id="6" creationId="{00000000-0000-0000-0000-000000000000}"/>
          </ac:spMkLst>
        </pc:spChg>
      </pc:sldChg>
      <pc:sldChg chg="addSp modSp mod">
        <pc:chgData name="창영 박" userId="ddc4f5f91ba7329a" providerId="LiveId" clId="{5C4B7D4A-121D-4D61-B630-BF7F8212C731}" dt="2026-04-07T16:34:58.079" v="857"/>
        <pc:sldMkLst>
          <pc:docMk/>
          <pc:sldMk cId="0" sldId="267"/>
        </pc:sldMkLst>
        <pc:spChg chg="mod">
          <ac:chgData name="창영 박" userId="ddc4f5f91ba7329a" providerId="LiveId" clId="{5C4B7D4A-121D-4D61-B630-BF7F8212C731}" dt="2026-03-18T09:28:56.913" v="249" actId="2057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창영 박" userId="ddc4f5f91ba7329a" providerId="LiveId" clId="{5C4B7D4A-121D-4D61-B630-BF7F8212C731}" dt="2026-03-18T09:23:36.517" v="135" actId="20577"/>
          <ac:spMkLst>
            <pc:docMk/>
            <pc:sldMk cId="0" sldId="267"/>
            <ac:spMk id="37" creationId="{4E72AFD4-B224-155C-8F18-A1688E04F675}"/>
          </ac:spMkLst>
        </pc:spChg>
        <pc:spChg chg="add mod">
          <ac:chgData name="창영 박" userId="ddc4f5f91ba7329a" providerId="LiveId" clId="{5C4B7D4A-121D-4D61-B630-BF7F8212C731}" dt="2026-04-07T16:34:58.079" v="857"/>
          <ac:spMkLst>
            <pc:docMk/>
            <pc:sldMk cId="0" sldId="267"/>
            <ac:spMk id="38" creationId="{25741469-5D69-4715-C807-6DE71CC9B905}"/>
          </ac:spMkLst>
        </pc:spChg>
      </pc:sldChg>
      <pc:sldChg chg="addSp modSp mod">
        <pc:chgData name="창영 박" userId="ddc4f5f91ba7329a" providerId="LiveId" clId="{5C4B7D4A-121D-4D61-B630-BF7F8212C731}" dt="2026-04-07T16:36:05.497" v="978" actId="14100"/>
        <pc:sldMkLst>
          <pc:docMk/>
          <pc:sldMk cId="0" sldId="268"/>
        </pc:sldMkLst>
        <pc:spChg chg="mod">
          <ac:chgData name="창영 박" userId="ddc4f5f91ba7329a" providerId="LiveId" clId="{5C4B7D4A-121D-4D61-B630-BF7F8212C731}" dt="2026-03-18T09:29:03.600" v="278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창영 박" userId="ddc4f5f91ba7329a" providerId="LiveId" clId="{5C4B7D4A-121D-4D61-B630-BF7F8212C731}" dt="2026-04-07T16:35:37.227" v="973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4:35.443" v="503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0:00.956" v="321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3:45.094" v="414" actId="20577"/>
          <ac:spMkLst>
            <pc:docMk/>
            <pc:sldMk cId="0" sldId="268"/>
            <ac:spMk id="21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4:10.155" v="451" actId="20577"/>
          <ac:spMkLst>
            <pc:docMk/>
            <pc:sldMk cId="0" sldId="268"/>
            <ac:spMk id="22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0:06.270" v="325" actId="20577"/>
          <ac:spMkLst>
            <pc:docMk/>
            <pc:sldMk cId="0" sldId="268"/>
            <ac:spMk id="23" creationId="{00000000-0000-0000-0000-000000000000}"/>
          </ac:spMkLst>
        </pc:spChg>
        <pc:spChg chg="mod">
          <ac:chgData name="창영 박" userId="ddc4f5f91ba7329a" providerId="LiveId" clId="{5C4B7D4A-121D-4D61-B630-BF7F8212C731}" dt="2026-03-18T09:29:25.475" v="302" actId="2057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4:05.833" v="450" actId="20577"/>
          <ac:spMkLst>
            <pc:docMk/>
            <pc:sldMk cId="0" sldId="268"/>
            <ac:spMk id="33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0:20.425" v="337" actId="20577"/>
          <ac:spMkLst>
            <pc:docMk/>
            <pc:sldMk cId="0" sldId="268"/>
            <ac:spMk id="34" creationId="{00000000-0000-0000-0000-000000000000}"/>
          </ac:spMkLst>
        </pc:spChg>
        <pc:spChg chg="mod">
          <ac:chgData name="창영 박" userId="ddc4f5f91ba7329a" providerId="LiveId" clId="{5C4B7D4A-121D-4D61-B630-BF7F8212C731}" dt="2026-03-18T09:30:32.014" v="341" actId="20577"/>
          <ac:spMkLst>
            <pc:docMk/>
            <pc:sldMk cId="0" sldId="268"/>
            <ac:spMk id="41" creationId="{00000000-0000-0000-0000-000000000000}"/>
          </ac:spMkLst>
        </pc:spChg>
        <pc:spChg chg="add mod">
          <ac:chgData name="창영 박" userId="ddc4f5f91ba7329a" providerId="LiveId" clId="{5C4B7D4A-121D-4D61-B630-BF7F8212C731}" dt="2026-04-07T16:36:05.497" v="978" actId="14100"/>
          <ac:spMkLst>
            <pc:docMk/>
            <pc:sldMk cId="0" sldId="268"/>
            <ac:spMk id="47" creationId="{B0BFF0A1-E53C-E1B3-4B2B-02164015217D}"/>
          </ac:spMkLst>
        </pc:spChg>
      </pc:sldChg>
      <pc:sldChg chg="modSp del mod">
        <pc:chgData name="창영 박" userId="ddc4f5f91ba7329a" providerId="LiveId" clId="{5C4B7D4A-121D-4D61-B630-BF7F8212C731}" dt="2026-04-07T16:36:30.634" v="979" actId="2696"/>
        <pc:sldMkLst>
          <pc:docMk/>
          <pc:sldMk cId="0" sldId="271"/>
        </pc:sldMkLst>
        <pc:spChg chg="mod">
          <ac:chgData name="창영 박" userId="ddc4f5f91ba7329a" providerId="LiveId" clId="{5C4B7D4A-121D-4D61-B630-BF7F8212C731}" dt="2026-03-18T09:24:12.434" v="136" actId="2057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창영 박" userId="ddc4f5f91ba7329a" providerId="LiveId" clId="{5C4B7D4A-121D-4D61-B630-BF7F8212C731}" dt="2026-03-18T09:24:13.992" v="137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창영 박" userId="ddc4f5f91ba7329a" providerId="LiveId" clId="{5C4B7D4A-121D-4D61-B630-BF7F8212C731}" dt="2026-03-18T09:24:16.018" v="138" actId="20577"/>
          <ac:spMkLst>
            <pc:docMk/>
            <pc:sldMk cId="0" sldId="271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8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192024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6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CONSULTATION BOOK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138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OOO 트레이너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138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당신의 몸, 과학적으로 바꿉니다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1581912"/>
            <a:ext cx="731520" cy="54864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88720" y="3154680"/>
            <a:ext cx="2103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500명+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회원수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3200400"/>
            <a:ext cx="0" cy="91440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20440" y="3154680"/>
            <a:ext cx="2103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0" cy="91440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852160" y="3154680"/>
            <a:ext cx="2103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52160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회원 보유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594860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NASM-CES 교정운동전문가  ·  3년 연속 지점 최우수 매출  ·  최연소 PT 관리자 승진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5006340"/>
            <a:ext cx="81381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제로코치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5335524"/>
            <a:ext cx="81381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기반 맞춤 트레이닝  ·  당신의 목표, 끝까지 함께합니다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B32597F7-FEC2-76A7-90B8-BE9036CC1B3F}"/>
              </a:ext>
            </a:extLst>
          </p:cNvPr>
          <p:cNvSpPr/>
          <p:nvPr/>
        </p:nvSpPr>
        <p:spPr>
          <a:xfrm>
            <a:off x="2388872" y="5623560"/>
            <a:ext cx="4520042" cy="1184148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본 자료는 구매자 </a:t>
            </a:r>
            <a:r>
              <a:rPr lang="en-US" altLang="ko-KR" dirty="0"/>
              <a:t>1</a:t>
            </a:r>
            <a:r>
              <a:rPr lang="ko-KR" altLang="en-US" dirty="0"/>
              <a:t>인 사용 라이선스입니다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무단 공유 시 법적 책임이 발생합니다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저작권법 제</a:t>
            </a:r>
            <a:r>
              <a:rPr lang="en-US" altLang="ko-KR" dirty="0"/>
              <a:t>136</a:t>
            </a:r>
            <a:r>
              <a:rPr lang="ko-KR" altLang="en-US" dirty="0"/>
              <a:t>조 적용</a:t>
            </a:r>
            <a:r>
              <a:rPr lang="en-US" altLang="ko-KR" dirty="0"/>
              <a:t> </a:t>
            </a:r>
            <a:r>
              <a:rPr lang="ko-KR" altLang="en-US" dirty="0"/>
              <a:t>타인에게 무단 </a:t>
            </a:r>
            <a:r>
              <a:rPr lang="ko-KR" altLang="en-US" dirty="0" err="1"/>
              <a:t>공유시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시스템으로 추적 </a:t>
            </a:r>
            <a:r>
              <a:rPr lang="en-US" altLang="ko-KR" dirty="0"/>
              <a:t>(</a:t>
            </a:r>
            <a:r>
              <a:rPr lang="ko-KR" altLang="en-US" dirty="0"/>
              <a:t>확인 후 삭제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77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4572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세일즈북 구성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53035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54864" cy="53035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9224" y="1170432"/>
            <a:ext cx="79552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책을 보고 나면, 등록 여부보다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프로그램을 선택할지 고민하게 될 겁니다."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792224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792224"/>
            <a:ext cx="8138160" cy="27432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792224"/>
            <a:ext cx="8138160" cy="27432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274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847088"/>
            <a:ext cx="7315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많은 분들이 겪는 고민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1847088"/>
            <a:ext cx="85953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121408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121408"/>
            <a:ext cx="8138160" cy="27432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8138160" cy="27432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176272"/>
            <a:ext cx="274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176272"/>
            <a:ext cx="7315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회원 변화 사례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2176272"/>
            <a:ext cx="85953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p.4–5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450592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2920" y="2450592"/>
            <a:ext cx="8138160" cy="27432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2450592"/>
            <a:ext cx="8138160" cy="27432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274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505456"/>
            <a:ext cx="7315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트레이너 소개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2505456"/>
            <a:ext cx="85953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p.6–7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2779776"/>
            <a:ext cx="8138160" cy="27432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2779776"/>
            <a:ext cx="8138160" cy="27432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" y="2834640"/>
            <a:ext cx="274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2834640"/>
            <a:ext cx="7315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나만의 PT 방식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0" y="2834640"/>
            <a:ext cx="85953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p.8–9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3163824"/>
            <a:ext cx="274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" y="3163824"/>
            <a:ext cx="7315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후기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3163824"/>
            <a:ext cx="85953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p.10–11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3438144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2920" y="3438144"/>
            <a:ext cx="8138160" cy="27432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02920" y="3438144"/>
            <a:ext cx="8138160" cy="27432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4360" y="3493008"/>
            <a:ext cx="274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" y="3493008"/>
            <a:ext cx="7315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&amp; 요금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0" y="3493008"/>
            <a:ext cx="85953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p.12–13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3858768"/>
            <a:ext cx="8138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제로코치  ·  박창영 트레이너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2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혹시 이런 고민, 해본 적 있으신가요?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오시는 분들이 가장 많이 하시는 이야기입니다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8138160" cy="27432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21945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90472"/>
            <a:ext cx="76809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운동을 열심히 하는데 살이 잘 안 빠지는 것 같아요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64792"/>
            <a:ext cx="8138160" cy="27432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819656"/>
            <a:ext cx="21945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819656"/>
            <a:ext cx="76809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하면 다음 날 너무 아프고, 꾸준히 못 하겠어요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093976"/>
            <a:ext cx="8138160" cy="27432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21945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76809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운동이 내 몸에 맞는지 정말 모르겠어요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423160"/>
            <a:ext cx="8138160" cy="27432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78024"/>
            <a:ext cx="21945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478024"/>
            <a:ext cx="76809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예전에 PT 받아봤는데 트레이너마다 말이 달라서 혼란스러웠어요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752344"/>
            <a:ext cx="8138160" cy="27432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2807208"/>
            <a:ext cx="21945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807208"/>
            <a:ext cx="76809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운동은 하고 싶은데 식단까지 같이 챙기기가 너무 어려워요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172968"/>
            <a:ext cx="8138160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172968"/>
            <a:ext cx="80467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고민, 저도 수백 명의 회원분께 들었습니다.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이 방식을 만들었어요.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2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이렇게 바뀌었습니다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사진이 말해줍니다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3977640" cy="19202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258568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사진 삽입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435608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63440" y="1435608"/>
            <a:ext cx="3977640" cy="19202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63440" y="2258568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사진 삽입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72184"/>
            <a:ext cx="3977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472184"/>
            <a:ext cx="3977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10712"/>
            <a:ext cx="8138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여성  ·  다이어트 &amp; 복부 라인  |  3개월 / 주 2회 / 총 24회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593592"/>
            <a:ext cx="8138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"체중은 조금밖에 안 줄었는데 몸이 완전히 달라진 게 느껴져요."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3977640" cy="19202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사진 삽입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886200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3886200"/>
            <a:ext cx="3977640" cy="19202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4709160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사진 삽입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922776"/>
            <a:ext cx="3977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922776"/>
            <a:ext cx="3977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861304"/>
            <a:ext cx="8138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30대 여성  ·  산후 체형 교정 &amp; 체중 감량  |  4개월 / 주 2회 / 총 32회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6044184"/>
            <a:ext cx="8138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"출산 후 무너진 체형이 돌아왔어요. 허리 통증도 함께 사라졌습니다."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2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숫자로 증명합니다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회원 데이터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3774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377440" cy="1097280"/>
          </a:xfrm>
          <a:prstGeom prst="rect">
            <a:avLst/>
          </a:prstGeom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23774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(최대 체중 감량)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240280"/>
            <a:ext cx="21945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258568"/>
            <a:ext cx="2377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집중 케어 사례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63240" y="1417320"/>
            <a:ext cx="23774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63240" y="1417320"/>
            <a:ext cx="2377440" cy="1097280"/>
          </a:xfrm>
          <a:prstGeom prst="rect">
            <a:avLst/>
          </a:prstGeom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06324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063240" y="1929384"/>
            <a:ext cx="23774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(최대 체지방 감소)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2240280"/>
            <a:ext cx="21945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063240" y="2258568"/>
            <a:ext cx="2377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통합 관리 사례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23560" y="1417320"/>
            <a:ext cx="23774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623560" y="1417320"/>
            <a:ext cx="2377440" cy="1097280"/>
          </a:xfrm>
          <a:prstGeom prst="rect">
            <a:avLst/>
          </a:prstGeom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2356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23560" y="1929384"/>
            <a:ext cx="23774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 회원 다수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5000" y="2240280"/>
            <a:ext cx="21945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623560" y="2258568"/>
            <a:ext cx="2377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케어 결과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2679192"/>
            <a:ext cx="81381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케이스 요약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2953512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2953512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" y="2999232"/>
            <a:ext cx="9144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여성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45336" y="2999232"/>
            <a:ext cx="704088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복부 라인 형성 + 자세 교정 / 3개월 → 재등록 3회차 진행 중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264408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02920" y="3264408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4360" y="3310128"/>
            <a:ext cx="9144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30대 여성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45336" y="3310128"/>
            <a:ext cx="704088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산후 체형 교정 + 체중 8kg 감량 / 4개월 → 재등록 5회차 진행 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3575304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3575304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3621024"/>
            <a:ext cx="9144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40대 남성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545336" y="3621024"/>
            <a:ext cx="704088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체력 증진 + 허리 통증 개선 / 6개월 → 1년 6개월째 장기 회원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3886200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02920" y="3886200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94360" y="3931920"/>
            <a:ext cx="9144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50대 여성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545336" y="3931920"/>
            <a:ext cx="704088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골밀도 개선 + 체중 관리 / 식단 통합 관리 → 2년째 꾸준히 등록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4377E88-51D3-CA62-2F8F-29834DC3EDB7}"/>
              </a:ext>
            </a:extLst>
          </p:cNvPr>
          <p:cNvSpPr/>
          <p:nvPr/>
        </p:nvSpPr>
        <p:spPr>
          <a:xfrm>
            <a:off x="502920" y="4526280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</a:t>
            </a:r>
            <a:endParaRPr lang="en-US" altLang="ko-KR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8207FCC4-44D2-B0A8-F8A8-8621E1175578}"/>
              </a:ext>
            </a:extLst>
          </p:cNvPr>
          <p:cNvSpPr/>
          <p:nvPr/>
        </p:nvSpPr>
        <p:spPr>
          <a:xfrm>
            <a:off x="4800600" y="4526280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 </a:t>
            </a:r>
            <a:r>
              <a:rPr lang="en-US" altLang="ko-KR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altLang="ko-K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EF0F8"/>
          </a:solidFill>
          <a:ln w="127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3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트레이너</a:t>
            </a: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OOO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일을 시작하게 된 이유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2560320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399032"/>
            <a:ext cx="2560320" cy="32918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399032"/>
            <a:ext cx="5349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계기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0" y="1581912"/>
            <a:ext cx="5349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ko-KR" alt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헬스 초창기 시절 </a:t>
            </a:r>
            <a:r>
              <a:rPr lang="en-US" sz="95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</a:t>
            </a: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운동으로 허리를 다쳤습니다.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5349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재활을 거치며 올바른 방법의 중요성을 직접 체감했고, 그것이 이 길로 이끌었습니다.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0" y="2203704"/>
            <a:ext cx="5349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전환점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2386584"/>
            <a:ext cx="5349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NASM 교정운동전문가 자격 취득 후 방향이 명확해졌습니다.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2587752"/>
            <a:ext cx="5349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트레이너의 실력이 회원의 몸을 살릴 수도, 망칠 수도 있다는 걸 알게 됐습니다.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3008376"/>
            <a:ext cx="5349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현재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91840" y="3191256"/>
            <a:ext cx="5349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기반으로 장기적 건강을 만들어 드립니다.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3392424"/>
            <a:ext cx="5349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이상 함께하는 장기 회원분들이 많습니다. 재등록률 93.7%가 그 결과입니다.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4782312"/>
            <a:ext cx="8138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 자격증 (주요)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5020056"/>
            <a:ext cx="1309421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5020056"/>
            <a:ext cx="1309421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NASM-CES 교정운동전문가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03781" y="5020056"/>
            <a:ext cx="111191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903781" y="5020056"/>
            <a:ext cx="111191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OLYMPIA 코칭 자격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107131" y="5020056"/>
            <a:ext cx="9144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107131" y="5020056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TPI 골프기능운동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12971" y="5020056"/>
            <a:ext cx="9144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112971" y="5020056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여성생리주기트레이닝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" y="5276088"/>
            <a:ext cx="27432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 6개 전문 자격 보유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EF0F8"/>
          </a:solidFill>
          <a:ln w="127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3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숫자가 증명하는 신뢰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말보다 데이터로 말합니다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23774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399032"/>
            <a:ext cx="2377440" cy="1097280"/>
          </a:xfrm>
          <a:prstGeom prst="rect">
            <a:avLst/>
          </a:prstGeom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2377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500명+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11096"/>
            <a:ext cx="23774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회원수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221992"/>
            <a:ext cx="21945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377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3년간 함께한 회원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63240" y="1399032"/>
            <a:ext cx="23774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63240" y="1399032"/>
            <a:ext cx="2377440" cy="1097280"/>
          </a:xfrm>
          <a:prstGeom prst="rect">
            <a:avLst/>
          </a:prstGeom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063240" y="1490472"/>
            <a:ext cx="2377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063240" y="1911096"/>
            <a:ext cx="23774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2221992"/>
            <a:ext cx="21945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063240" y="2240280"/>
            <a:ext cx="2377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만족도의 증거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23560" y="1399032"/>
            <a:ext cx="23774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623560" y="1399032"/>
            <a:ext cx="2377440" cy="1097280"/>
          </a:xfrm>
          <a:prstGeom prst="rect">
            <a:avLst/>
          </a:prstGeom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23560" y="1490472"/>
            <a:ext cx="2377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23560" y="1911096"/>
            <a:ext cx="23774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등록 회원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5000" y="2221992"/>
            <a:ext cx="21945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623560" y="2240280"/>
            <a:ext cx="2377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이상 케어 회원 다수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2660904"/>
            <a:ext cx="81381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수상 &amp; 성과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2916936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2916936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" y="2953512"/>
            <a:ext cx="56967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지점 최우수 매출상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29535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연속 독점 수상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227832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02920" y="3227832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4360" y="3264408"/>
            <a:ext cx="56967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 전 지점 매출왕상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3264408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트레이너 중 1위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3538728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3538728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3575304"/>
            <a:ext cx="56967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최연소 PT 관리자 승진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3575304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입사 2년 만에 달성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3849624"/>
            <a:ext cx="8138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02920" y="3849624"/>
            <a:ext cx="8138160" cy="256032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94360" y="3886200"/>
            <a:ext cx="56967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 누적 PT 지도 회원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3886200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500명 이상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42DC0D7-1FBF-0E1C-048B-4E8CDB44C7B2}"/>
              </a:ext>
            </a:extLst>
          </p:cNvPr>
          <p:cNvSpPr/>
          <p:nvPr/>
        </p:nvSpPr>
        <p:spPr>
          <a:xfrm>
            <a:off x="502920" y="4526280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</a:t>
            </a:r>
            <a:endParaRPr lang="en-US" altLang="ko-KR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351222AC-68F8-83E5-CF4B-AE4430EDB0BD}"/>
              </a:ext>
            </a:extLst>
          </p:cNvPr>
          <p:cNvSpPr/>
          <p:nvPr/>
        </p:nvSpPr>
        <p:spPr>
          <a:xfrm>
            <a:off x="4800600" y="4526280"/>
            <a:ext cx="397764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</a:t>
            </a:r>
            <a:endParaRPr lang="en-US" altLang="ko-K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EF0F8"/>
          </a:solidFill>
          <a:ln w="127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저는 이렇게 다릅니다 — 3가지 차이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PT와 무엇이 다른지 직접 확인하세요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51760" cy="32918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64208" y="1527048"/>
            <a:ext cx="329184" cy="329184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6420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기반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설계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" y="2331720"/>
            <a:ext cx="2505456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6072" y="2404872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매 수업 전 체형 변화 체크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" y="2606040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컨디션에 맞게 실시간 조정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6072" y="2807208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데이터로 기록·비교 관리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1840" y="1417320"/>
            <a:ext cx="2651760" cy="3291840"/>
          </a:xfrm>
          <a:prstGeom prst="rect">
            <a:avLst/>
          </a:prstGeom>
          <a:ln w="63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453128" y="1527048"/>
            <a:ext cx="329184" cy="329184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5312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 케어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64992" y="2331720"/>
            <a:ext cx="2505456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64992" y="2404872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카톡 질문 당일 답변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64992" y="2606040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주간 운동 루틴 제공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2807208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생활 습관 코칭 포함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14173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80760" y="1417320"/>
            <a:ext cx="2651760" cy="32918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242048" y="1527048"/>
            <a:ext cx="329184" cy="329184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24204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+ 식단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관리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53912" y="2331720"/>
            <a:ext cx="2505456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53912" y="2404872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운동만으론 변화에 한계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53912" y="2606040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식단 가이드 기본 제공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53912" y="2807208"/>
            <a:ext cx="25054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체질·목표별 맞춤 설계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4873752"/>
            <a:ext cx="8138160" cy="45720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4873752"/>
            <a:ext cx="54864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0936" y="4919472"/>
            <a:ext cx="7955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세 가지가 결합될 때, 일반 PT와 결정적으로 다른 변화가 만들어집니다.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EF0F8"/>
          </a:solidFill>
          <a:ln w="12700">
            <a:solidFill>
              <a:srgbClr val="EEF0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회 수업이 이렇게 진행됩니다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55분 — 과학적으로 설계된 시간 배분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517904" cy="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60704" y="1417320"/>
            <a:ext cx="402336" cy="402336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60704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5179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87552" y="2112264"/>
            <a:ext cx="548640" cy="1828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87552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수업 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자세·불균형 체크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02536" y="1545336"/>
            <a:ext cx="20116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57984" y="1417320"/>
            <a:ext cx="1517904" cy="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15768" y="1417320"/>
            <a:ext cx="402336" cy="402336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15768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57984" y="1874520"/>
            <a:ext cx="15179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설계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42616" y="2112264"/>
            <a:ext cx="548640" cy="1828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642616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7984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컨디션 기반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조정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0" y="1545336"/>
            <a:ext cx="20116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13048" y="1417320"/>
            <a:ext cx="1517904" cy="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370832" y="1417320"/>
            <a:ext cx="402336" cy="402336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70832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13048" y="1874520"/>
            <a:ext cx="15179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2112264"/>
            <a:ext cx="548640" cy="1828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297680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13048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부상 예방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스트레칭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12664" y="1545336"/>
            <a:ext cx="20116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68112" y="1417320"/>
            <a:ext cx="1517904" cy="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025896" y="1417320"/>
            <a:ext cx="402336" cy="402336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025896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68112" y="1874520"/>
            <a:ext cx="15179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운동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52744" y="2112264"/>
            <a:ext cx="548640" cy="1828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52744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8112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 교정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강도 조절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67728" y="1545336"/>
            <a:ext cx="20116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23176" y="1417320"/>
            <a:ext cx="1517904" cy="0"/>
          </a:xfrm>
          <a:prstGeom prst="rect">
            <a:avLst/>
          </a:prstGeom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7680960" y="1417320"/>
            <a:ext cx="402336" cy="402336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68096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23176" y="1874520"/>
            <a:ext cx="15179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607808" y="2112264"/>
            <a:ext cx="548640" cy="1828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607808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23176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+ 다음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방향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2920" y="2862072"/>
            <a:ext cx="8138160" cy="6400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02920" y="2862072"/>
            <a:ext cx="54864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30936" y="2907792"/>
            <a:ext cx="79552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순서인가?"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0936" y="3118104"/>
            <a:ext cx="7955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없이 운동하면 잘못된 자세가 굳어집니다. 매 수업 '분석 → 설계 → 실행' 사이클이 빠른 변화의 핵심이며, 이것이 일반 PT와 결정적으로 다른 이유입니다.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347D386B-3D47-8DA0-C8D2-279F14364988}"/>
              </a:ext>
            </a:extLst>
          </p:cNvPr>
          <p:cNvSpPr/>
          <p:nvPr/>
        </p:nvSpPr>
        <p:spPr>
          <a:xfrm>
            <a:off x="247719" y="3831336"/>
            <a:ext cx="4270248" cy="2587746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수업 사진 삽입</a:t>
            </a:r>
            <a:endParaRPr lang="en-US" altLang="ko-KR" dirty="0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3F0BAA95-F961-100C-4159-D396AA855E2B}"/>
              </a:ext>
            </a:extLst>
          </p:cNvPr>
          <p:cNvSpPr/>
          <p:nvPr/>
        </p:nvSpPr>
        <p:spPr>
          <a:xfrm>
            <a:off x="4695860" y="3831336"/>
            <a:ext cx="4270248" cy="2587746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수업 사진 삽입</a:t>
            </a:r>
            <a:endParaRPr lang="en-US" altLang="ko-K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4 — </a:t>
            </a:r>
            <a:r>
              <a:rPr lang="ko-KR" altLang="en-US" sz="8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들은 말, 그대로 전합니다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PT 회원분들의 생생한 후기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0744"/>
            <a:ext cx="397764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380744"/>
            <a:ext cx="3977640" cy="219456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76072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84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1453896"/>
            <a:ext cx="987552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29000" y="1453896"/>
            <a:ext cx="9875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3년째 재등록 중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6072" y="1691640"/>
            <a:ext cx="383133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40대 여성  ·  체형 교정 &amp; 허리 통증 개선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6072" y="1856232"/>
            <a:ext cx="3831336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"운동 후 허리 통증이 완전히 사라졌어요. 솔직히 처음엔 반신반의했는데, 지금은 통증 없이 일상이 달라졌습니다."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397764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1380744"/>
            <a:ext cx="3977640" cy="219456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36592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84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89520" y="1453896"/>
            <a:ext cx="987552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89520" y="1453896"/>
            <a:ext cx="9875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 5회차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36592" y="1691640"/>
            <a:ext cx="383133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30대 여성  ·  산후 다이어트 &amp; 체형 관리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36592" y="1856232"/>
            <a:ext cx="3831336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"3개월 만에 체중 8kg 감량했어요. 식단까지 같이 관리해주셔서 효과가 2배였습니다."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397764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3977640" cy="219456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76072" y="3739896"/>
            <a:ext cx="2560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84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429000" y="3776472"/>
            <a:ext cx="987552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29000" y="3776472"/>
            <a:ext cx="9875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6개월 장기 회원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76072" y="4014216"/>
            <a:ext cx="383133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40대 남성  ·  체력 증진 &amp; 자세 교정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6072" y="4178808"/>
            <a:ext cx="3831336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"다른 PT와는 달리 자세 교정이 정말 달라요. 왜 이 동작인지 설명해주시는 게 정말 다릅니다."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703320"/>
            <a:ext cx="397764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3977640" cy="2194560"/>
          </a:xfrm>
          <a:prstGeom prst="rect">
            <a:avLst/>
          </a:prstGeom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36592" y="3739896"/>
            <a:ext cx="2560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84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589520" y="3776472"/>
            <a:ext cx="987552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89520" y="3776472"/>
            <a:ext cx="9875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 5번째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36592" y="4014216"/>
            <a:ext cx="383133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여성  ·  다이어트 &amp; 복부 라인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36592" y="4178808"/>
            <a:ext cx="3831336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"재등록 5번째인데 매번 만족해요. 수업 밖에서도 카톡으로 항상 챙겨주셔서 너무 든든합니다."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4 — </a:t>
            </a:r>
            <a:r>
              <a:rPr lang="ko-KR" altLang="en-US" sz="8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말보다 증거 — 실제 회원 메시지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· 인스타그램 실제 후기 스크린샷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0744"/>
            <a:ext cx="397764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380744"/>
            <a:ext cx="3977640" cy="228600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스크린샷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삽입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721608"/>
            <a:ext cx="3977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허리 통증 완전 개선 후기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3922776"/>
            <a:ext cx="2227478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3922776"/>
            <a:ext cx="22274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3년째 재등록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80744"/>
            <a:ext cx="397764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3977640" cy="228600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스크린샷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삽입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3721608"/>
            <a:ext cx="3977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8kg 감량 후기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3922776"/>
            <a:ext cx="2227478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3922776"/>
            <a:ext cx="22274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 5회차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" y="4142232"/>
            <a:ext cx="397764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4142232"/>
            <a:ext cx="3977640" cy="228600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5148072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인스타그램 DM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삽입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483096"/>
            <a:ext cx="3977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 교정 &amp; 체력 증진 후기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6684264"/>
            <a:ext cx="2227478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6684264"/>
            <a:ext cx="22274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6개월 장기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4142232"/>
            <a:ext cx="397764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63440" y="4142232"/>
            <a:ext cx="3977640" cy="228600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5148072"/>
            <a:ext cx="3977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스크린샷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삽입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6483096"/>
            <a:ext cx="39776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 5번째 회원 후기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6684264"/>
            <a:ext cx="2227478" cy="18288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663440" y="6684264"/>
            <a:ext cx="22274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 5회차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E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5 — </a:t>
            </a:r>
            <a:r>
              <a:rPr lang="ko-KR" altLang="en-US" sz="850" b="1" dirty="0">
                <a:solidFill>
                  <a:srgbClr val="0E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가격과 가치의 차이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금액보다 먼저, 무엇을 받는지 알아야 합니다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패키지에 포함된 모든 것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0744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57784" y="1426464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57784" y="1408176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" y="1426464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수업 전 체형 분석 + 맞춤 프로그램 설계 (무료)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28216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57784" y="1773936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755648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5528" y="1773936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회당 50분 1:1 집중 수업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57784" y="2121408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57784" y="2103120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5528" y="2121408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수업 기록 및 체형 변화 추적 관리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423160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57784" y="2468880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57784" y="2450592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" y="2468880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가이드 기본 제공 (패키지별 상이)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2770632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57784" y="2816352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798064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" y="2816352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홈트 루틴 제공 (수업 외 운동 처방)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118104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57784" y="3163824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57784" y="3145536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5528" y="3163824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외 카톡 피드백 (식단·운동 질문 당일 답변)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465576"/>
            <a:ext cx="8138160" cy="274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57784" y="3511296"/>
            <a:ext cx="182880" cy="182880"/>
          </a:xfrm>
          <a:prstGeom prst="ellipse">
            <a:avLst/>
          </a:prstGeom>
          <a:solidFill>
            <a:srgbClr val="0E6E84"/>
          </a:solidFill>
          <a:ln w="12700">
            <a:solidFill>
              <a:srgbClr val="0E6E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57784" y="3493008"/>
            <a:ext cx="1828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5528" y="3511296"/>
            <a:ext cx="780897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1회 체성분 분석 및 진행 상황 리뷰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904488"/>
            <a:ext cx="813816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" y="3904488"/>
            <a:ext cx="8138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"혼자 하는 운동의 시행착오 비용과,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체계적인 1:1 케어의 가치를 비교해보세요."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4E72AFD4-B224-155C-8F18-A1688E04F675}"/>
              </a:ext>
            </a:extLst>
          </p:cNvPr>
          <p:cNvSpPr/>
          <p:nvPr/>
        </p:nvSpPr>
        <p:spPr>
          <a:xfrm>
            <a:off x="365761" y="4451050"/>
            <a:ext cx="397764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스크린샷</a:t>
            </a:r>
            <a:endParaRPr lang="en-US" altLang="ko-KR" dirty="0"/>
          </a:p>
          <a:p>
            <a:pPr algn="ctr"/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</a:t>
            </a:r>
            <a:endParaRPr lang="en-US" altLang="ko-KR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카톡 피드백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식단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복습관리 등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)</a:t>
            </a: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25741469-5D69-4715-C807-6DE71CC9B905}"/>
              </a:ext>
            </a:extLst>
          </p:cNvPr>
          <p:cNvSpPr/>
          <p:nvPr/>
        </p:nvSpPr>
        <p:spPr>
          <a:xfrm>
            <a:off x="4800600" y="4451050"/>
            <a:ext cx="397764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pPr algn="ctr"/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스크린샷</a:t>
            </a:r>
            <a:endParaRPr lang="en-US" altLang="ko-KR" dirty="0"/>
          </a:p>
          <a:p>
            <a:pPr algn="ctr"/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</a:t>
            </a:r>
            <a:endParaRPr lang="en-US" altLang="ko-KR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카톡 피드백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식단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ko-KR" altLang="en-US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복습관리 등</a:t>
            </a:r>
            <a:r>
              <a:rPr lang="en-US" altLang="ko-KR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)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138160" cy="219456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8046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E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5 — </a:t>
            </a:r>
            <a:r>
              <a:rPr lang="ko-KR" altLang="en-US" sz="850" b="1" dirty="0">
                <a:solidFill>
                  <a:srgbClr val="0E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가격과 가치의 차이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740664"/>
            <a:ext cx="8138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</a:t>
            </a:r>
            <a:r>
              <a:rPr lang="en-US" sz="20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요금</a:t>
            </a: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목표와 기간에 맞는 플랜을 선택하세요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399032"/>
            <a:ext cx="2560320" cy="32918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25603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2560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10회 패키지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2560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 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만원 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2560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회당</a:t>
            </a: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77,000원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76072" y="2404872"/>
            <a:ext cx="2414016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49631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체형 분석 포함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67919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식단 가이드 기본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86207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카톡 피드백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27832" y="1399032"/>
            <a:ext cx="256032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15"/>
          <p:cNvSpPr/>
          <p:nvPr/>
        </p:nvSpPr>
        <p:spPr>
          <a:xfrm>
            <a:off x="3227832" y="1399032"/>
            <a:ext cx="2560320" cy="3291840"/>
          </a:xfrm>
          <a:prstGeom prst="rect">
            <a:avLst/>
          </a:prstGeom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15384" y="1271016"/>
            <a:ext cx="585216" cy="201168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15384" y="1271016"/>
            <a:ext cx="58521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27832" y="1563624"/>
            <a:ext cx="25603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스탠다드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1801368"/>
            <a:ext cx="2560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30회 </a:t>
            </a:r>
            <a:r>
              <a:rPr lang="en-US" sz="850" dirty="0" err="1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패키지</a:t>
            </a:r>
            <a:r>
              <a:rPr lang="en-US" sz="8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27832" y="1965960"/>
            <a:ext cx="2560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 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만원 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27832" y="2276856"/>
            <a:ext cx="2560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회당</a:t>
            </a:r>
            <a:r>
              <a:rPr lang="en-US" sz="7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66,000원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00984" y="2478024"/>
            <a:ext cx="2414016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319272" y="2569464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체형 분석 포함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19272" y="2752344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식단 + 홈트 제공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19272" y="2935224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카톡 피드백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19272" y="3118104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월 1회 리뷰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52744" y="1399032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8"/>
          <p:cNvSpPr/>
          <p:nvPr/>
        </p:nvSpPr>
        <p:spPr>
          <a:xfrm>
            <a:off x="5952744" y="1399032"/>
            <a:ext cx="2560320" cy="3291840"/>
          </a:xfrm>
          <a:prstGeom prst="rect">
            <a:avLst/>
          </a:prstGeom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52744" y="1490472"/>
            <a:ext cx="25603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52744" y="1728216"/>
            <a:ext cx="2560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50회 패키지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52744" y="1892808"/>
            <a:ext cx="2560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 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만원 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 </a:t>
            </a:r>
            <a:r>
              <a:rPr lang="ko-KR" altLang="en-US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r>
              <a:rPr lang="en-US" altLang="ko-KR" sz="16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52744" y="2203704"/>
            <a:ext cx="25603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회당</a:t>
            </a: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55,000원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25896" y="2404872"/>
            <a:ext cx="2414016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044184" y="249631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체형 분석 포함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44184" y="267919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맞춤 식단 설계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44184" y="286207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24시간 케어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44184" y="3044952"/>
            <a:ext cx="24323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월 2회 리뷰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4837176"/>
            <a:ext cx="8138160" cy="25603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02920" y="4837176"/>
            <a:ext cx="8138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스탠다드 기준 — </a:t>
            </a:r>
            <a:r>
              <a:rPr lang="en-US" sz="8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회당</a:t>
            </a: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66,000원. 하루 커피 두 잔 값으로 몸이 바뀌기 시작합니다.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5148072"/>
            <a:ext cx="8138160" cy="310896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02920" y="5148072"/>
            <a:ext cx="54864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12648" y="5148072"/>
            <a:ext cx="801014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스탠다드는 변화를 확실히 체감할 수 있는 최소 기간(약 2.5개월)입니다. 대부분의 회원분들이 스탠다드로 시작해 재등록을 통해 계속 진행하십니다.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BFF0A1-E53C-E1B3-4B2B-02164015217D}"/>
              </a:ext>
            </a:extLst>
          </p:cNvPr>
          <p:cNvSpPr txBox="1"/>
          <p:nvPr/>
        </p:nvSpPr>
        <p:spPr>
          <a:xfrm>
            <a:off x="3227832" y="5635074"/>
            <a:ext cx="239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설정 수정 필요</a:t>
            </a:r>
            <a:r>
              <a:rPr lang="en-US" altLang="ko-KR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하시는 걱정, 이렇게 해결됩니다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832104"/>
            <a:ext cx="81381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전 고민이 있으신 분들을 위한 답변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783080" cy="1369314"/>
          </a:xfrm>
          <a:prstGeom prst="rect">
            <a:avLst/>
          </a:prstGeom>
          <a:solidFill>
            <a:srgbClr val="2B2D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1783080" cy="1369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잡기가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어려울 것 같아요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59152" y="1124712"/>
            <a:ext cx="6281928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432304" y="1216152"/>
            <a:ext cx="6135624" cy="118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많은 분들이 시작 전 걱정하시는 부분이죠.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막상 시작하면 주에 2번씩은 꾸준히 나오시고들 계십니다.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막상 시작하면 하게 됩니다. 제가 그렇게 스케줄링 해드립니다.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(168시간 중 2시간 정도는 노력해주셔야 합니다)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548890"/>
            <a:ext cx="1783080" cy="1369314"/>
          </a:xfrm>
          <a:prstGeom prst="rect">
            <a:avLst/>
          </a:prstGeom>
          <a:solidFill>
            <a:srgbClr val="2B2D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2548890"/>
            <a:ext cx="1783080" cy="1369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금액이 비싸요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59152" y="2548890"/>
            <a:ext cx="6281928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32304" y="2640330"/>
            <a:ext cx="6135624" cy="118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비싸다. 그래서 가치 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비싸게 구매할수록 그것에서 배로 많은 것을 얻으려는 심리.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그게 운동에 적용된다면? 운동을 열심히 하는 회원님을 보게 됩니다.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근육량 1KG의 가치 = 1,300만원 — 제 레슨은 만족도 최강입니다.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973068"/>
            <a:ext cx="1783080" cy="1369314"/>
          </a:xfrm>
          <a:prstGeom prst="rect">
            <a:avLst/>
          </a:prstGeom>
          <a:solidFill>
            <a:srgbClr val="2B2D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973068"/>
            <a:ext cx="1783080" cy="1369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기초체력부터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올리고 하고 싶어요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59152" y="3973068"/>
            <a:ext cx="6281928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432304" y="4064508"/>
            <a:ext cx="6135624" cy="118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몸의 움직임은 반복에 의해 패턴처럼 남아지기에,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자세의 운동 지속 시 고치는 데 시간이 오래 걸리고 부상 위험이 따릅니다.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배우고 복습하는 방식으로 하셔야 합니다.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애초에 어느 정도라는 체력은 없습니다. 운동은 항상 오늘이 가장 힘듭니다.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5397246"/>
            <a:ext cx="1783080" cy="1369314"/>
          </a:xfrm>
          <a:prstGeom prst="rect">
            <a:avLst/>
          </a:prstGeom>
          <a:solidFill>
            <a:srgbClr val="2B2D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5397246"/>
            <a:ext cx="1783080" cy="1369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당장 지출이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부담돼요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59152" y="5397246"/>
            <a:ext cx="6281928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432304" y="5488686"/>
            <a:ext cx="6135624" cy="118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신용카드를 이용하면 원하시는 개월수만큼 충분히 무이자로 결제하실 수 있습니다.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핸드폰 요금 내시는 것처럼 단, 운동은 미루는 게 아닙니다.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동안 JUST DO IT!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해야겠다고 마음 먹었으면 당장 시작하여 시간을 버세요!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" y="2971800"/>
            <a:ext cx="2377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시작해야 하는 이유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923544"/>
            <a:ext cx="3977640" cy="1417320"/>
          </a:xfrm>
          <a:prstGeom prst="rect">
            <a:avLst/>
          </a:prstGeom>
          <a:solidFill>
            <a:srgbClr val="252747"/>
          </a:solidFill>
          <a:ln w="6350">
            <a:solidFill>
              <a:srgbClr val="3A3D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30936" y="1033272"/>
            <a:ext cx="3291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33832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몸에 안 좋은 건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하기 전이 좋다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1581912"/>
            <a:ext cx="37581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담배, 술, 나쁜 식습관 —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 전에 끊는 것이 가장 쉽습니다.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923544"/>
            <a:ext cx="3977640" cy="1417320"/>
          </a:xfrm>
          <a:prstGeom prst="rect">
            <a:avLst/>
          </a:prstGeom>
          <a:solidFill>
            <a:srgbClr val="252747"/>
          </a:solidFill>
          <a:ln w="6350">
            <a:solidFill>
              <a:srgbClr val="3A3D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91456" y="1033272"/>
            <a:ext cx="3291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1051560"/>
            <a:ext cx="33832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몸에 좋은 건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6636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하고 나서가 좋다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91456" y="1581912"/>
            <a:ext cx="37581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운동, 건강한 식단 —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시작하고 나면 '왜 진작 안 했나' 후회합니다.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3977640" cy="1417320"/>
          </a:xfrm>
          <a:prstGeom prst="rect">
            <a:avLst/>
          </a:prstGeom>
          <a:solidFill>
            <a:srgbClr val="252747"/>
          </a:solidFill>
          <a:ln w="6350">
            <a:solidFill>
              <a:srgbClr val="3A3D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0936" y="2578608"/>
            <a:ext cx="3291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96896"/>
            <a:ext cx="33832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9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운동은 미루면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시작이 어려워진다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" y="3127248"/>
            <a:ext cx="37581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미루면 내일도 미룹니다.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결심한 오늘이 가장 좋은 시작입니다.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3977640" cy="1417320"/>
          </a:xfrm>
          <a:prstGeom prst="rect">
            <a:avLst/>
          </a:prstGeom>
          <a:solidFill>
            <a:srgbClr val="E8412A"/>
          </a:solidFill>
          <a:ln w="635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2578608"/>
            <a:ext cx="3291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2596896"/>
            <a:ext cx="33832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운동은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6636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시작해야 한다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1456" y="3127248"/>
            <a:ext cx="37581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준비가 되어서 시작하는 것이 아니라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시작해야 준비가 됩니다.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4178808"/>
            <a:ext cx="8138160" cy="2359152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4270248"/>
            <a:ext cx="41148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등록 프로모션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" y="4489704"/>
            <a:ext cx="4114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₩66,000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" y="4965192"/>
            <a:ext cx="41148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금액은 상담 후 조정 가능합니다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28616" y="4178808"/>
            <a:ext cx="457200" cy="2359152"/>
          </a:xfrm>
          <a:prstGeom prst="rect">
            <a:avLst/>
          </a:prstGeom>
          <a:solidFill>
            <a:srgbClr val="CC3322"/>
          </a:solidFill>
          <a:ln w="12700">
            <a:solidFill>
              <a:srgbClr val="CC33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40680" y="4270248"/>
            <a:ext cx="3200400" cy="217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상담 후 바로 등록하시는 분께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드리는 특별 혜택입니다.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결심한 오늘, 당장 시작하세요.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6583680"/>
            <a:ext cx="320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1627</Words>
  <Application>Microsoft Office PowerPoint</Application>
  <PresentationFormat>화면 슬라이드 쇼(4:3)</PresentationFormat>
  <Paragraphs>369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세일즈북 템플릿</dc:title>
  <dc:subject>PptxGenJS Presentation</dc:subject>
  <dc:creator>제로코치 박창영</dc:creator>
  <cp:lastModifiedBy>창영 박</cp:lastModifiedBy>
  <cp:revision>1</cp:revision>
  <dcterms:created xsi:type="dcterms:W3CDTF">2026-03-18T08:50:01Z</dcterms:created>
  <dcterms:modified xsi:type="dcterms:W3CDTF">2026-04-07T16:36:39Z</dcterms:modified>
</cp:coreProperties>
</file>